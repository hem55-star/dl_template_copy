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9" r:id="rId3"/>
    <p:sldId id="257" r:id="rId4"/>
    <p:sldId id="286" r:id="rId5"/>
    <p:sldId id="285" r:id="rId6"/>
    <p:sldId id="287" r:id="rId7"/>
    <p:sldId id="290" r:id="rId8"/>
    <p:sldId id="291" r:id="rId9"/>
    <p:sldId id="2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3FDA13-9602-444B-A801-49FABDC1E7C7}" v="17" dt="2025-11-23T08:32:21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76" d="100"/>
          <a:sy n="76" d="100"/>
        </p:scale>
        <p:origin x="88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ini Mallikarachchi" userId="9c21c7c1-2407-4ab9-a695-a637b9258275" providerId="ADAL" clId="{0184871B-D10D-42BC-9B82-8D1B4DCAE281}"/>
    <pc:docChg chg="undo custSel addSld delSld modSld">
      <pc:chgData name="Hansini Mallikarachchi" userId="9c21c7c1-2407-4ab9-a695-a637b9258275" providerId="ADAL" clId="{0184871B-D10D-42BC-9B82-8D1B4DCAE281}" dt="2025-11-23T08:34:01.450" v="693" actId="207"/>
      <pc:docMkLst>
        <pc:docMk/>
      </pc:docMkLst>
      <pc:sldChg chg="del">
        <pc:chgData name="Hansini Mallikarachchi" userId="9c21c7c1-2407-4ab9-a695-a637b9258275" providerId="ADAL" clId="{0184871B-D10D-42BC-9B82-8D1B4DCAE281}" dt="2025-11-22T09:04:41.436" v="6" actId="47"/>
        <pc:sldMkLst>
          <pc:docMk/>
          <pc:sldMk cId="2568327394" sldId="256"/>
        </pc:sldMkLst>
      </pc:sldChg>
      <pc:sldChg chg="add del">
        <pc:chgData name="Hansini Mallikarachchi" userId="9c21c7c1-2407-4ab9-a695-a637b9258275" providerId="ADAL" clId="{0184871B-D10D-42BC-9B82-8D1B4DCAE281}" dt="2025-11-22T09:04:53.888" v="9" actId="2696"/>
        <pc:sldMkLst>
          <pc:docMk/>
          <pc:sldMk cId="372086267" sldId="257"/>
        </pc:sldMkLst>
      </pc:sldChg>
      <pc:sldChg chg="del">
        <pc:chgData name="Hansini Mallikarachchi" userId="9c21c7c1-2407-4ab9-a695-a637b9258275" providerId="ADAL" clId="{0184871B-D10D-42BC-9B82-8D1B4DCAE281}" dt="2025-11-22T09:04:43.736" v="7" actId="2696"/>
        <pc:sldMkLst>
          <pc:docMk/>
          <pc:sldMk cId="1680882043" sldId="257"/>
        </pc:sldMkLst>
      </pc:sldChg>
      <pc:sldChg chg="addSp delSp modSp add mod">
        <pc:chgData name="Hansini Mallikarachchi" userId="9c21c7c1-2407-4ab9-a695-a637b9258275" providerId="ADAL" clId="{0184871B-D10D-42BC-9B82-8D1B4DCAE281}" dt="2025-11-23T08:33:13.372" v="688" actId="207"/>
        <pc:sldMkLst>
          <pc:docMk/>
          <pc:sldMk cId="3954544789" sldId="257"/>
        </pc:sldMkLst>
        <pc:spChg chg="add mod">
          <ac:chgData name="Hansini Mallikarachchi" userId="9c21c7c1-2407-4ab9-a695-a637b9258275" providerId="ADAL" clId="{0184871B-D10D-42BC-9B82-8D1B4DCAE281}" dt="2025-11-23T08:15:33.464" v="328" actId="14100"/>
          <ac:spMkLst>
            <pc:docMk/>
            <pc:sldMk cId="3954544789" sldId="257"/>
            <ac:spMk id="3" creationId="{0CADA03B-F610-75AF-6D2D-A706D4F65911}"/>
          </ac:spMkLst>
        </pc:spChg>
        <pc:spChg chg="add mod">
          <ac:chgData name="Hansini Mallikarachchi" userId="9c21c7c1-2407-4ab9-a695-a637b9258275" providerId="ADAL" clId="{0184871B-D10D-42BC-9B82-8D1B4DCAE281}" dt="2025-11-23T08:15:31.017" v="327" actId="1076"/>
          <ac:spMkLst>
            <pc:docMk/>
            <pc:sldMk cId="3954544789" sldId="257"/>
            <ac:spMk id="4" creationId="{50D91D09-04E2-F918-CBB7-081870B698AA}"/>
          </ac:spMkLst>
        </pc:spChg>
        <pc:spChg chg="add del mod">
          <ac:chgData name="Hansini Mallikarachchi" userId="9c21c7c1-2407-4ab9-a695-a637b9258275" providerId="ADAL" clId="{0184871B-D10D-42BC-9B82-8D1B4DCAE281}" dt="2025-11-23T08:16:12.773" v="375"/>
          <ac:spMkLst>
            <pc:docMk/>
            <pc:sldMk cId="3954544789" sldId="257"/>
            <ac:spMk id="7" creationId="{9369DA5C-CAB4-5693-C203-C105F06549C3}"/>
          </ac:spMkLst>
        </pc:spChg>
        <pc:spChg chg="add mod">
          <ac:chgData name="Hansini Mallikarachchi" userId="9c21c7c1-2407-4ab9-a695-a637b9258275" providerId="ADAL" clId="{0184871B-D10D-42BC-9B82-8D1B4DCAE281}" dt="2025-11-23T08:33:13.372" v="688" actId="207"/>
          <ac:spMkLst>
            <pc:docMk/>
            <pc:sldMk cId="3954544789" sldId="257"/>
            <ac:spMk id="8" creationId="{F65F4F44-992C-C9B6-0B38-49198D878FEC}"/>
          </ac:spMkLst>
        </pc:spChg>
      </pc:sldChg>
      <pc:sldChg chg="del">
        <pc:chgData name="Hansini Mallikarachchi" userId="9c21c7c1-2407-4ab9-a695-a637b9258275" providerId="ADAL" clId="{0184871B-D10D-42BC-9B82-8D1B4DCAE281}" dt="2025-11-22T09:02:33.787" v="0" actId="47"/>
        <pc:sldMkLst>
          <pc:docMk/>
          <pc:sldMk cId="3159082140" sldId="258"/>
        </pc:sldMkLst>
      </pc:sldChg>
      <pc:sldChg chg="del">
        <pc:chgData name="Hansini Mallikarachchi" userId="9c21c7c1-2407-4ab9-a695-a637b9258275" providerId="ADAL" clId="{0184871B-D10D-42BC-9B82-8D1B4DCAE281}" dt="2025-11-22T09:02:47.031" v="4" actId="47"/>
        <pc:sldMkLst>
          <pc:docMk/>
          <pc:sldMk cId="3547297675" sldId="259"/>
        </pc:sldMkLst>
      </pc:sldChg>
      <pc:sldChg chg="del">
        <pc:chgData name="Hansini Mallikarachchi" userId="9c21c7c1-2407-4ab9-a695-a637b9258275" providerId="ADAL" clId="{0184871B-D10D-42BC-9B82-8D1B4DCAE281}" dt="2025-11-22T09:02:33.787" v="0" actId="47"/>
        <pc:sldMkLst>
          <pc:docMk/>
          <pc:sldMk cId="476291365" sldId="260"/>
        </pc:sldMkLst>
      </pc:sldChg>
      <pc:sldChg chg="del">
        <pc:chgData name="Hansini Mallikarachchi" userId="9c21c7c1-2407-4ab9-a695-a637b9258275" providerId="ADAL" clId="{0184871B-D10D-42BC-9B82-8D1B4DCAE281}" dt="2025-11-22T09:02:36.776" v="1" actId="47"/>
        <pc:sldMkLst>
          <pc:docMk/>
          <pc:sldMk cId="1517425560" sldId="262"/>
        </pc:sldMkLst>
      </pc:sldChg>
      <pc:sldChg chg="del">
        <pc:chgData name="Hansini Mallikarachchi" userId="9c21c7c1-2407-4ab9-a695-a637b9258275" providerId="ADAL" clId="{0184871B-D10D-42BC-9B82-8D1B4DCAE281}" dt="2025-11-22T09:02:39.622" v="2" actId="47"/>
        <pc:sldMkLst>
          <pc:docMk/>
          <pc:sldMk cId="1994213781" sldId="263"/>
        </pc:sldMkLst>
      </pc:sldChg>
      <pc:sldChg chg="del">
        <pc:chgData name="Hansini Mallikarachchi" userId="9c21c7c1-2407-4ab9-a695-a637b9258275" providerId="ADAL" clId="{0184871B-D10D-42BC-9B82-8D1B4DCAE281}" dt="2025-11-22T09:02:33.787" v="0" actId="47"/>
        <pc:sldMkLst>
          <pc:docMk/>
          <pc:sldMk cId="3633380056" sldId="264"/>
        </pc:sldMkLst>
      </pc:sldChg>
      <pc:sldChg chg="del">
        <pc:chgData name="Hansini Mallikarachchi" userId="9c21c7c1-2407-4ab9-a695-a637b9258275" providerId="ADAL" clId="{0184871B-D10D-42BC-9B82-8D1B4DCAE281}" dt="2025-11-22T09:02:33.787" v="0" actId="47"/>
        <pc:sldMkLst>
          <pc:docMk/>
          <pc:sldMk cId="2005016377" sldId="265"/>
        </pc:sldMkLst>
      </pc:sldChg>
      <pc:sldChg chg="del">
        <pc:chgData name="Hansini Mallikarachchi" userId="9c21c7c1-2407-4ab9-a695-a637b9258275" providerId="ADAL" clId="{0184871B-D10D-42BC-9B82-8D1B4DCAE281}" dt="2025-11-22T09:02:39.622" v="2" actId="47"/>
        <pc:sldMkLst>
          <pc:docMk/>
          <pc:sldMk cId="1811493538" sldId="266"/>
        </pc:sldMkLst>
      </pc:sldChg>
      <pc:sldChg chg="del">
        <pc:chgData name="Hansini Mallikarachchi" userId="9c21c7c1-2407-4ab9-a695-a637b9258275" providerId="ADAL" clId="{0184871B-D10D-42BC-9B82-8D1B4DCAE281}" dt="2025-11-22T09:02:39.622" v="2" actId="47"/>
        <pc:sldMkLst>
          <pc:docMk/>
          <pc:sldMk cId="2213543382" sldId="267"/>
        </pc:sldMkLst>
      </pc:sldChg>
      <pc:sldChg chg="del">
        <pc:chgData name="Hansini Mallikarachchi" userId="9c21c7c1-2407-4ab9-a695-a637b9258275" providerId="ADAL" clId="{0184871B-D10D-42BC-9B82-8D1B4DCAE281}" dt="2025-11-22T09:02:39.622" v="2" actId="47"/>
        <pc:sldMkLst>
          <pc:docMk/>
          <pc:sldMk cId="3171165963" sldId="268"/>
        </pc:sldMkLst>
      </pc:sldChg>
      <pc:sldChg chg="del">
        <pc:chgData name="Hansini Mallikarachchi" userId="9c21c7c1-2407-4ab9-a695-a637b9258275" providerId="ADAL" clId="{0184871B-D10D-42BC-9B82-8D1B4DCAE281}" dt="2025-11-22T09:02:43.726" v="3" actId="47"/>
        <pc:sldMkLst>
          <pc:docMk/>
          <pc:sldMk cId="2567781943" sldId="269"/>
        </pc:sldMkLst>
      </pc:sldChg>
      <pc:sldChg chg="del">
        <pc:chgData name="Hansini Mallikarachchi" userId="9c21c7c1-2407-4ab9-a695-a637b9258275" providerId="ADAL" clId="{0184871B-D10D-42BC-9B82-8D1B4DCAE281}" dt="2025-11-22T09:02:43.726" v="3" actId="47"/>
        <pc:sldMkLst>
          <pc:docMk/>
          <pc:sldMk cId="2238628274" sldId="270"/>
        </pc:sldMkLst>
      </pc:sldChg>
      <pc:sldChg chg="del">
        <pc:chgData name="Hansini Mallikarachchi" userId="9c21c7c1-2407-4ab9-a695-a637b9258275" providerId="ADAL" clId="{0184871B-D10D-42BC-9B82-8D1B4DCAE281}" dt="2025-11-22T09:02:33.787" v="0" actId="47"/>
        <pc:sldMkLst>
          <pc:docMk/>
          <pc:sldMk cId="3022452220" sldId="273"/>
        </pc:sldMkLst>
      </pc:sldChg>
      <pc:sldChg chg="del">
        <pc:chgData name="Hansini Mallikarachchi" userId="9c21c7c1-2407-4ab9-a695-a637b9258275" providerId="ADAL" clId="{0184871B-D10D-42BC-9B82-8D1B4DCAE281}" dt="2025-11-22T09:02:47.031" v="4" actId="47"/>
        <pc:sldMkLst>
          <pc:docMk/>
          <pc:sldMk cId="3640883863" sldId="274"/>
        </pc:sldMkLst>
      </pc:sldChg>
      <pc:sldChg chg="del">
        <pc:chgData name="Hansini Mallikarachchi" userId="9c21c7c1-2407-4ab9-a695-a637b9258275" providerId="ADAL" clId="{0184871B-D10D-42BC-9B82-8D1B4DCAE281}" dt="2025-11-22T09:02:47.031" v="4" actId="47"/>
        <pc:sldMkLst>
          <pc:docMk/>
          <pc:sldMk cId="3580597687" sldId="275"/>
        </pc:sldMkLst>
      </pc:sldChg>
      <pc:sldChg chg="del">
        <pc:chgData name="Hansini Mallikarachchi" userId="9c21c7c1-2407-4ab9-a695-a637b9258275" providerId="ADAL" clId="{0184871B-D10D-42BC-9B82-8D1B4DCAE281}" dt="2025-11-22T09:02:47.031" v="4" actId="47"/>
        <pc:sldMkLst>
          <pc:docMk/>
          <pc:sldMk cId="379598830" sldId="276"/>
        </pc:sldMkLst>
      </pc:sldChg>
      <pc:sldChg chg="del">
        <pc:chgData name="Hansini Mallikarachchi" userId="9c21c7c1-2407-4ab9-a695-a637b9258275" providerId="ADAL" clId="{0184871B-D10D-42BC-9B82-8D1B4DCAE281}" dt="2025-11-22T09:02:50.388" v="5" actId="47"/>
        <pc:sldMkLst>
          <pc:docMk/>
          <pc:sldMk cId="1199196094" sldId="278"/>
        </pc:sldMkLst>
      </pc:sldChg>
      <pc:sldChg chg="del">
        <pc:chgData name="Hansini Mallikarachchi" userId="9c21c7c1-2407-4ab9-a695-a637b9258275" providerId="ADAL" clId="{0184871B-D10D-42BC-9B82-8D1B4DCAE281}" dt="2025-11-22T09:02:50.388" v="5" actId="47"/>
        <pc:sldMkLst>
          <pc:docMk/>
          <pc:sldMk cId="4082366292" sldId="279"/>
        </pc:sldMkLst>
      </pc:sldChg>
      <pc:sldChg chg="del">
        <pc:chgData name="Hansini Mallikarachchi" userId="9c21c7c1-2407-4ab9-a695-a637b9258275" providerId="ADAL" clId="{0184871B-D10D-42BC-9B82-8D1B4DCAE281}" dt="2025-11-22T09:02:50.388" v="5" actId="47"/>
        <pc:sldMkLst>
          <pc:docMk/>
          <pc:sldMk cId="3050543196" sldId="280"/>
        </pc:sldMkLst>
      </pc:sldChg>
      <pc:sldChg chg="del">
        <pc:chgData name="Hansini Mallikarachchi" userId="9c21c7c1-2407-4ab9-a695-a637b9258275" providerId="ADAL" clId="{0184871B-D10D-42BC-9B82-8D1B4DCAE281}" dt="2025-11-22T09:02:36.776" v="1" actId="47"/>
        <pc:sldMkLst>
          <pc:docMk/>
          <pc:sldMk cId="1534330925" sldId="281"/>
        </pc:sldMkLst>
      </pc:sldChg>
      <pc:sldChg chg="del">
        <pc:chgData name="Hansini Mallikarachchi" userId="9c21c7c1-2407-4ab9-a695-a637b9258275" providerId="ADAL" clId="{0184871B-D10D-42BC-9B82-8D1B4DCAE281}" dt="2025-11-22T09:02:36.776" v="1" actId="47"/>
        <pc:sldMkLst>
          <pc:docMk/>
          <pc:sldMk cId="3266043581" sldId="282"/>
        </pc:sldMkLst>
      </pc:sldChg>
      <pc:sldChg chg="del">
        <pc:chgData name="Hansini Mallikarachchi" userId="9c21c7c1-2407-4ab9-a695-a637b9258275" providerId="ADAL" clId="{0184871B-D10D-42BC-9B82-8D1B4DCAE281}" dt="2025-11-22T09:02:33.787" v="0" actId="47"/>
        <pc:sldMkLst>
          <pc:docMk/>
          <pc:sldMk cId="147816960" sldId="283"/>
        </pc:sldMkLst>
      </pc:sldChg>
      <pc:sldChg chg="modSp mod">
        <pc:chgData name="Hansini Mallikarachchi" userId="9c21c7c1-2407-4ab9-a695-a637b9258275" providerId="ADAL" clId="{0184871B-D10D-42BC-9B82-8D1B4DCAE281}" dt="2025-11-22T09:08:35.029" v="99" actId="20577"/>
        <pc:sldMkLst>
          <pc:docMk/>
          <pc:sldMk cId="1933774145" sldId="284"/>
        </pc:sldMkLst>
        <pc:spChg chg="mod">
          <ac:chgData name="Hansini Mallikarachchi" userId="9c21c7c1-2407-4ab9-a695-a637b9258275" providerId="ADAL" clId="{0184871B-D10D-42BC-9B82-8D1B4DCAE281}" dt="2025-11-22T09:06:18.398" v="70" actId="20577"/>
          <ac:spMkLst>
            <pc:docMk/>
            <pc:sldMk cId="1933774145" sldId="284"/>
            <ac:spMk id="2" creationId="{47A90D44-4634-09AF-AF8F-308C309C82FB}"/>
          </ac:spMkLst>
        </pc:spChg>
        <pc:spChg chg="mod">
          <ac:chgData name="Hansini Mallikarachchi" userId="9c21c7c1-2407-4ab9-a695-a637b9258275" providerId="ADAL" clId="{0184871B-D10D-42BC-9B82-8D1B4DCAE281}" dt="2025-11-22T09:06:31.579" v="73" actId="20577"/>
          <ac:spMkLst>
            <pc:docMk/>
            <pc:sldMk cId="1933774145" sldId="284"/>
            <ac:spMk id="7" creationId="{DE22DE60-0880-A2D3-37E0-A00971735B09}"/>
          </ac:spMkLst>
        </pc:spChg>
        <pc:spChg chg="mod">
          <ac:chgData name="Hansini Mallikarachchi" userId="9c21c7c1-2407-4ab9-a695-a637b9258275" providerId="ADAL" clId="{0184871B-D10D-42BC-9B82-8D1B4DCAE281}" dt="2025-11-22T09:08:35.029" v="99" actId="20577"/>
          <ac:spMkLst>
            <pc:docMk/>
            <pc:sldMk cId="1933774145" sldId="284"/>
            <ac:spMk id="8" creationId="{16C3E6D9-D7DC-AA3F-C209-7555BF4DA2DA}"/>
          </ac:spMkLst>
        </pc:spChg>
      </pc:sldChg>
      <pc:sldChg chg="addSp delSp modSp mod">
        <pc:chgData name="Hansini Mallikarachchi" userId="9c21c7c1-2407-4ab9-a695-a637b9258275" providerId="ADAL" clId="{0184871B-D10D-42BC-9B82-8D1B4DCAE281}" dt="2025-11-23T08:33:40.836" v="691" actId="207"/>
        <pc:sldMkLst>
          <pc:docMk/>
          <pc:sldMk cId="541780720" sldId="285"/>
        </pc:sldMkLst>
        <pc:spChg chg="mod">
          <ac:chgData name="Hansini Mallikarachchi" userId="9c21c7c1-2407-4ab9-a695-a637b9258275" providerId="ADAL" clId="{0184871B-D10D-42BC-9B82-8D1B4DCAE281}" dt="2025-11-23T08:19:02.398" v="389"/>
          <ac:spMkLst>
            <pc:docMk/>
            <pc:sldMk cId="541780720" sldId="285"/>
            <ac:spMk id="2" creationId="{4A3A6C1D-F417-939C-C433-767E750AF787}"/>
          </ac:spMkLst>
        </pc:spChg>
        <pc:spChg chg="mod">
          <ac:chgData name="Hansini Mallikarachchi" userId="9c21c7c1-2407-4ab9-a695-a637b9258275" providerId="ADAL" clId="{0184871B-D10D-42BC-9B82-8D1B4DCAE281}" dt="2025-11-23T08:12:27.807" v="197" actId="1076"/>
          <ac:spMkLst>
            <pc:docMk/>
            <pc:sldMk cId="541780720" sldId="285"/>
            <ac:spMk id="8" creationId="{C9EDEA63-6C51-2922-B161-02691E8CF13A}"/>
          </ac:spMkLst>
        </pc:spChg>
        <pc:spChg chg="del mod">
          <ac:chgData name="Hansini Mallikarachchi" userId="9c21c7c1-2407-4ab9-a695-a637b9258275" providerId="ADAL" clId="{0184871B-D10D-42BC-9B82-8D1B4DCAE281}" dt="2025-11-23T08:13:05.312" v="200" actId="478"/>
          <ac:spMkLst>
            <pc:docMk/>
            <pc:sldMk cId="541780720" sldId="285"/>
            <ac:spMk id="9" creationId="{A7A436F5-1FF9-CC4C-CD4B-C47D02158688}"/>
          </ac:spMkLst>
        </pc:spChg>
        <pc:spChg chg="mod">
          <ac:chgData name="Hansini Mallikarachchi" userId="9c21c7c1-2407-4ab9-a695-a637b9258275" providerId="ADAL" clId="{0184871B-D10D-42BC-9B82-8D1B4DCAE281}" dt="2025-11-23T08:33:40.836" v="691" actId="207"/>
          <ac:spMkLst>
            <pc:docMk/>
            <pc:sldMk cId="541780720" sldId="285"/>
            <ac:spMk id="11" creationId="{5699EACD-D508-9C32-5E88-3937AB821ABE}"/>
          </ac:spMkLst>
        </pc:spChg>
        <pc:spChg chg="mod">
          <ac:chgData name="Hansini Mallikarachchi" userId="9c21c7c1-2407-4ab9-a695-a637b9258275" providerId="ADAL" clId="{0184871B-D10D-42BC-9B82-8D1B4DCAE281}" dt="2025-11-23T08:13:08.464" v="201" actId="1076"/>
          <ac:spMkLst>
            <pc:docMk/>
            <pc:sldMk cId="541780720" sldId="285"/>
            <ac:spMk id="19" creationId="{B0FD375E-F91C-8ABC-E181-2F3404BE6025}"/>
          </ac:spMkLst>
        </pc:spChg>
        <pc:spChg chg="del">
          <ac:chgData name="Hansini Mallikarachchi" userId="9c21c7c1-2407-4ab9-a695-a637b9258275" providerId="ADAL" clId="{0184871B-D10D-42BC-9B82-8D1B4DCAE281}" dt="2025-11-23T08:11:14.591" v="189" actId="478"/>
          <ac:spMkLst>
            <pc:docMk/>
            <pc:sldMk cId="541780720" sldId="285"/>
            <ac:spMk id="21" creationId="{B99D43F5-BF64-5F50-E738-ADC42BAFCDB7}"/>
          </ac:spMkLst>
        </pc:spChg>
        <pc:picChg chg="add mod ord">
          <ac:chgData name="Hansini Mallikarachchi" userId="9c21c7c1-2407-4ab9-a695-a637b9258275" providerId="ADAL" clId="{0184871B-D10D-42BC-9B82-8D1B4DCAE281}" dt="2025-11-23T08:12:17.704" v="193" actId="1076"/>
          <ac:picMkLst>
            <pc:docMk/>
            <pc:sldMk cId="541780720" sldId="285"/>
            <ac:picMk id="4" creationId="{647ADC8D-4434-EEFB-A024-E26532A6E99C}"/>
          </ac:picMkLst>
        </pc:picChg>
        <pc:picChg chg="del">
          <ac:chgData name="Hansini Mallikarachchi" userId="9c21c7c1-2407-4ab9-a695-a637b9258275" providerId="ADAL" clId="{0184871B-D10D-42BC-9B82-8D1B4DCAE281}" dt="2025-11-23T08:12:03.500" v="190" actId="478"/>
          <ac:picMkLst>
            <pc:docMk/>
            <pc:sldMk cId="541780720" sldId="285"/>
            <ac:picMk id="13" creationId="{1D6FAC04-8AAB-B637-4F58-DDA66D681952}"/>
          </ac:picMkLst>
        </pc:picChg>
        <pc:cxnChg chg="add mod">
          <ac:chgData name="Hansini Mallikarachchi" userId="9c21c7c1-2407-4ab9-a695-a637b9258275" providerId="ADAL" clId="{0184871B-D10D-42BC-9B82-8D1B4DCAE281}" dt="2025-11-23T08:13:31.394" v="203" actId="208"/>
          <ac:cxnSpMkLst>
            <pc:docMk/>
            <pc:sldMk cId="541780720" sldId="285"/>
            <ac:cxnSpMk id="12" creationId="{AAC85666-D8CA-444D-5A07-7B8FF2012395}"/>
          </ac:cxnSpMkLst>
        </pc:cxnChg>
        <pc:cxnChg chg="mod">
          <ac:chgData name="Hansini Mallikarachchi" userId="9c21c7c1-2407-4ab9-a695-a637b9258275" providerId="ADAL" clId="{0184871B-D10D-42BC-9B82-8D1B4DCAE281}" dt="2025-11-23T08:12:24.865" v="196" actId="14100"/>
          <ac:cxnSpMkLst>
            <pc:docMk/>
            <pc:sldMk cId="541780720" sldId="285"/>
            <ac:cxnSpMk id="17" creationId="{6842F1A9-AA15-5EA7-B2C6-C9F048FA6E15}"/>
          </ac:cxnSpMkLst>
        </pc:cxnChg>
      </pc:sldChg>
      <pc:sldChg chg="addSp delSp modSp mod">
        <pc:chgData name="Hansini Mallikarachchi" userId="9c21c7c1-2407-4ab9-a695-a637b9258275" providerId="ADAL" clId="{0184871B-D10D-42BC-9B82-8D1B4DCAE281}" dt="2025-11-23T08:33:33.552" v="690" actId="207"/>
        <pc:sldMkLst>
          <pc:docMk/>
          <pc:sldMk cId="291260976" sldId="286"/>
        </pc:sldMkLst>
        <pc:spChg chg="mod">
          <ac:chgData name="Hansini Mallikarachchi" userId="9c21c7c1-2407-4ab9-a695-a637b9258275" providerId="ADAL" clId="{0184871B-D10D-42BC-9B82-8D1B4DCAE281}" dt="2025-11-23T08:20:11.724" v="394" actId="1076"/>
          <ac:spMkLst>
            <pc:docMk/>
            <pc:sldMk cId="291260976" sldId="286"/>
            <ac:spMk id="2" creationId="{76C1940F-79ED-B497-B95F-606E8FBBBFA2}"/>
          </ac:spMkLst>
        </pc:spChg>
        <pc:spChg chg="del">
          <ac:chgData name="Hansini Mallikarachchi" userId="9c21c7c1-2407-4ab9-a695-a637b9258275" providerId="ADAL" clId="{0184871B-D10D-42BC-9B82-8D1B4DCAE281}" dt="2025-11-22T09:10:53.680" v="100" actId="478"/>
          <ac:spMkLst>
            <pc:docMk/>
            <pc:sldMk cId="291260976" sldId="286"/>
            <ac:spMk id="3" creationId="{38BC7971-51CE-699E-1ADB-A3BC8657ECD5}"/>
          </ac:spMkLst>
        </pc:spChg>
        <pc:spChg chg="del">
          <ac:chgData name="Hansini Mallikarachchi" userId="9c21c7c1-2407-4ab9-a695-a637b9258275" providerId="ADAL" clId="{0184871B-D10D-42BC-9B82-8D1B4DCAE281}" dt="2025-11-23T08:17:39.918" v="381" actId="478"/>
          <ac:spMkLst>
            <pc:docMk/>
            <pc:sldMk cId="291260976" sldId="286"/>
            <ac:spMk id="6" creationId="{3EB52068-5885-F1DA-9781-CCC202318260}"/>
          </ac:spMkLst>
        </pc:spChg>
        <pc:spChg chg="mod">
          <ac:chgData name="Hansini Mallikarachchi" userId="9c21c7c1-2407-4ab9-a695-a637b9258275" providerId="ADAL" clId="{0184871B-D10D-42BC-9B82-8D1B4DCAE281}" dt="2025-11-23T08:20:15.395" v="395" actId="14100"/>
          <ac:spMkLst>
            <pc:docMk/>
            <pc:sldMk cId="291260976" sldId="286"/>
            <ac:spMk id="9" creationId="{A0092A09-7D75-21AB-3FF5-FE54E0937CBE}"/>
          </ac:spMkLst>
        </pc:spChg>
        <pc:spChg chg="mod">
          <ac:chgData name="Hansini Mallikarachchi" userId="9c21c7c1-2407-4ab9-a695-a637b9258275" providerId="ADAL" clId="{0184871B-D10D-42BC-9B82-8D1B4DCAE281}" dt="2025-11-23T08:20:31.419" v="400" actId="1076"/>
          <ac:spMkLst>
            <pc:docMk/>
            <pc:sldMk cId="291260976" sldId="286"/>
            <ac:spMk id="10" creationId="{5FC15478-5B58-8FD1-F12E-1ABA4F3739E7}"/>
          </ac:spMkLst>
        </pc:spChg>
        <pc:spChg chg="del">
          <ac:chgData name="Hansini Mallikarachchi" userId="9c21c7c1-2407-4ab9-a695-a637b9258275" providerId="ADAL" clId="{0184871B-D10D-42BC-9B82-8D1B4DCAE281}" dt="2025-11-23T08:20:26.740" v="399" actId="478"/>
          <ac:spMkLst>
            <pc:docMk/>
            <pc:sldMk cId="291260976" sldId="286"/>
            <ac:spMk id="11" creationId="{C472603A-087E-1F81-5EE6-0442E8FCF419}"/>
          </ac:spMkLst>
        </pc:spChg>
        <pc:spChg chg="add mod">
          <ac:chgData name="Hansini Mallikarachchi" userId="9c21c7c1-2407-4ab9-a695-a637b9258275" providerId="ADAL" clId="{0184871B-D10D-42BC-9B82-8D1B4DCAE281}" dt="2025-11-23T08:33:33.552" v="690" actId="207"/>
          <ac:spMkLst>
            <pc:docMk/>
            <pc:sldMk cId="291260976" sldId="286"/>
            <ac:spMk id="16" creationId="{BB7B3B2B-6B81-C008-A8A4-E11F61DCF10D}"/>
          </ac:spMkLst>
        </pc:spChg>
        <pc:picChg chg="add mod">
          <ac:chgData name="Hansini Mallikarachchi" userId="9c21c7c1-2407-4ab9-a695-a637b9258275" providerId="ADAL" clId="{0184871B-D10D-42BC-9B82-8D1B4DCAE281}" dt="2025-11-23T08:17:43.506" v="383" actId="1076"/>
          <ac:picMkLst>
            <pc:docMk/>
            <pc:sldMk cId="291260976" sldId="286"/>
            <ac:picMk id="4" creationId="{45787035-9F4E-92DE-D35A-328E67273361}"/>
          </ac:picMkLst>
        </pc:picChg>
        <pc:picChg chg="del mod">
          <ac:chgData name="Hansini Mallikarachchi" userId="9c21c7c1-2407-4ab9-a695-a637b9258275" providerId="ADAL" clId="{0184871B-D10D-42BC-9B82-8D1B4DCAE281}" dt="2025-11-23T08:17:36.955" v="380" actId="478"/>
          <ac:picMkLst>
            <pc:docMk/>
            <pc:sldMk cId="291260976" sldId="286"/>
            <ac:picMk id="5" creationId="{BF332C27-F3D2-1A09-B0D7-474F70365318}"/>
          </ac:picMkLst>
        </pc:picChg>
        <pc:picChg chg="mod">
          <ac:chgData name="Hansini Mallikarachchi" userId="9c21c7c1-2407-4ab9-a695-a637b9258275" providerId="ADAL" clId="{0184871B-D10D-42BC-9B82-8D1B4DCAE281}" dt="2025-11-23T08:20:34.746" v="401" actId="1076"/>
          <ac:picMkLst>
            <pc:docMk/>
            <pc:sldMk cId="291260976" sldId="286"/>
            <ac:picMk id="8" creationId="{C3478036-427B-1AD8-104B-7988FBFE08C0}"/>
          </ac:picMkLst>
        </pc:picChg>
        <pc:picChg chg="add mod">
          <ac:chgData name="Hansini Mallikarachchi" userId="9c21c7c1-2407-4ab9-a695-a637b9258275" providerId="ADAL" clId="{0184871B-D10D-42BC-9B82-8D1B4DCAE281}" dt="2025-11-23T08:18:13.906" v="385" actId="1076"/>
          <ac:picMkLst>
            <pc:docMk/>
            <pc:sldMk cId="291260976" sldId="286"/>
            <ac:picMk id="12" creationId="{7B3997FA-F9C2-588C-1597-9F47B3CEEF43}"/>
          </ac:picMkLst>
        </pc:picChg>
        <pc:picChg chg="add mod">
          <ac:chgData name="Hansini Mallikarachchi" userId="9c21c7c1-2407-4ab9-a695-a637b9258275" providerId="ADAL" clId="{0184871B-D10D-42BC-9B82-8D1B4DCAE281}" dt="2025-11-23T08:22:14.747" v="460" actId="14100"/>
          <ac:picMkLst>
            <pc:docMk/>
            <pc:sldMk cId="291260976" sldId="286"/>
            <ac:picMk id="18" creationId="{CC871A03-4789-64EA-2A5D-DEB458AA0F94}"/>
          </ac:picMkLst>
        </pc:picChg>
        <pc:cxnChg chg="add mod">
          <ac:chgData name="Hansini Mallikarachchi" userId="9c21c7c1-2407-4ab9-a695-a637b9258275" providerId="ADAL" clId="{0184871B-D10D-42BC-9B82-8D1B4DCAE281}" dt="2025-11-23T08:21:05.259" v="404" actId="14100"/>
          <ac:cxnSpMkLst>
            <pc:docMk/>
            <pc:sldMk cId="291260976" sldId="286"/>
            <ac:cxnSpMk id="14" creationId="{B177D26C-82F0-7A77-B29B-BAF7BEFAA41B}"/>
          </ac:cxnSpMkLst>
        </pc:cxnChg>
      </pc:sldChg>
      <pc:sldChg chg="modSp mod">
        <pc:chgData name="Hansini Mallikarachchi" userId="9c21c7c1-2407-4ab9-a695-a637b9258275" providerId="ADAL" clId="{0184871B-D10D-42BC-9B82-8D1B4DCAE281}" dt="2025-11-23T08:24:27.506" v="503"/>
        <pc:sldMkLst>
          <pc:docMk/>
          <pc:sldMk cId="3391759910" sldId="287"/>
        </pc:sldMkLst>
        <pc:spChg chg="mod">
          <ac:chgData name="Hansini Mallikarachchi" userId="9c21c7c1-2407-4ab9-a695-a637b9258275" providerId="ADAL" clId="{0184871B-D10D-42BC-9B82-8D1B4DCAE281}" dt="2025-11-23T08:19:11.264" v="393"/>
          <ac:spMkLst>
            <pc:docMk/>
            <pc:sldMk cId="3391759910" sldId="287"/>
            <ac:spMk id="4" creationId="{41ABE075-5584-A700-93AC-08D0A77B8E70}"/>
          </ac:spMkLst>
        </pc:spChg>
        <pc:spChg chg="mod">
          <ac:chgData name="Hansini Mallikarachchi" userId="9c21c7c1-2407-4ab9-a695-a637b9258275" providerId="ADAL" clId="{0184871B-D10D-42BC-9B82-8D1B4DCAE281}" dt="2025-11-23T08:24:27.506" v="503"/>
          <ac:spMkLst>
            <pc:docMk/>
            <pc:sldMk cId="3391759910" sldId="287"/>
            <ac:spMk id="13" creationId="{DF54BBE3-A3AC-D6DD-1E11-89BA10BDCC41}"/>
          </ac:spMkLst>
        </pc:spChg>
      </pc:sldChg>
      <pc:sldChg chg="modSp add mod">
        <pc:chgData name="Hansini Mallikarachchi" userId="9c21c7c1-2407-4ab9-a695-a637b9258275" providerId="ADAL" clId="{0184871B-D10D-42BC-9B82-8D1B4DCAE281}" dt="2025-11-23T08:31:20.227" v="661" actId="20577"/>
        <pc:sldMkLst>
          <pc:docMk/>
          <pc:sldMk cId="337356283" sldId="288"/>
        </pc:sldMkLst>
        <pc:spChg chg="mod">
          <ac:chgData name="Hansini Mallikarachchi" userId="9c21c7c1-2407-4ab9-a695-a637b9258275" providerId="ADAL" clId="{0184871B-D10D-42BC-9B82-8D1B4DCAE281}" dt="2025-11-23T08:31:20.227" v="661" actId="20577"/>
          <ac:spMkLst>
            <pc:docMk/>
            <pc:sldMk cId="337356283" sldId="288"/>
            <ac:spMk id="8" creationId="{921367AE-6E1E-4086-625C-FB0CD3319BA8}"/>
          </ac:spMkLst>
        </pc:spChg>
      </pc:sldChg>
      <pc:sldChg chg="del">
        <pc:chgData name="Hansini Mallikarachchi" userId="9c21c7c1-2407-4ab9-a695-a637b9258275" providerId="ADAL" clId="{0184871B-D10D-42BC-9B82-8D1B4DCAE281}" dt="2025-11-23T08:31:07.435" v="645" actId="2696"/>
        <pc:sldMkLst>
          <pc:docMk/>
          <pc:sldMk cId="1538239963" sldId="288"/>
        </pc:sldMkLst>
      </pc:sldChg>
      <pc:sldChg chg="modSp mod">
        <pc:chgData name="Hansini Mallikarachchi" userId="9c21c7c1-2407-4ab9-a695-a637b9258275" providerId="ADAL" clId="{0184871B-D10D-42BC-9B82-8D1B4DCAE281}" dt="2025-11-23T08:33:19.722" v="689" actId="207"/>
        <pc:sldMkLst>
          <pc:docMk/>
          <pc:sldMk cId="3973068812" sldId="289"/>
        </pc:sldMkLst>
        <pc:spChg chg="mod">
          <ac:chgData name="Hansini Mallikarachchi" userId="9c21c7c1-2407-4ab9-a695-a637b9258275" providerId="ADAL" clId="{0184871B-D10D-42BC-9B82-8D1B4DCAE281}" dt="2025-11-23T08:33:19.722" v="689" actId="207"/>
          <ac:spMkLst>
            <pc:docMk/>
            <pc:sldMk cId="3973068812" sldId="289"/>
            <ac:spMk id="3" creationId="{0D1CE52A-24E2-75E0-BE6B-E66BF3BA8396}"/>
          </ac:spMkLst>
        </pc:spChg>
      </pc:sldChg>
      <pc:sldChg chg="addSp delSp modSp new mod">
        <pc:chgData name="Hansini Mallikarachchi" userId="9c21c7c1-2407-4ab9-a695-a637b9258275" providerId="ADAL" clId="{0184871B-D10D-42BC-9B82-8D1B4DCAE281}" dt="2025-11-23T08:33:55.529" v="692" actId="207"/>
        <pc:sldMkLst>
          <pc:docMk/>
          <pc:sldMk cId="3758796533" sldId="290"/>
        </pc:sldMkLst>
        <pc:spChg chg="mod">
          <ac:chgData name="Hansini Mallikarachchi" userId="9c21c7c1-2407-4ab9-a695-a637b9258275" providerId="ADAL" clId="{0184871B-D10D-42BC-9B82-8D1B4DCAE281}" dt="2025-11-23T08:33:55.529" v="692" actId="207"/>
          <ac:spMkLst>
            <pc:docMk/>
            <pc:sldMk cId="3758796533" sldId="290"/>
            <ac:spMk id="2" creationId="{F977AD8F-9A82-C846-78C7-49368ACDBAEC}"/>
          </ac:spMkLst>
        </pc:spChg>
        <pc:spChg chg="mod">
          <ac:chgData name="Hansini Mallikarachchi" userId="9c21c7c1-2407-4ab9-a695-a637b9258275" providerId="ADAL" clId="{0184871B-D10D-42BC-9B82-8D1B4DCAE281}" dt="2025-11-23T08:29:35.314" v="588" actId="20577"/>
          <ac:spMkLst>
            <pc:docMk/>
            <pc:sldMk cId="3758796533" sldId="290"/>
            <ac:spMk id="3" creationId="{0B3B8652-3256-5DB8-1D5C-771273386D2C}"/>
          </ac:spMkLst>
        </pc:spChg>
        <pc:spChg chg="add">
          <ac:chgData name="Hansini Mallikarachchi" userId="9c21c7c1-2407-4ab9-a695-a637b9258275" providerId="ADAL" clId="{0184871B-D10D-42BC-9B82-8D1B4DCAE281}" dt="2025-11-23T08:28:33.739" v="582" actId="11529"/>
          <ac:spMkLst>
            <pc:docMk/>
            <pc:sldMk cId="3758796533" sldId="290"/>
            <ac:spMk id="9" creationId="{63ACA11D-4E26-D7AE-7655-9659F70A8BEB}"/>
          </ac:spMkLst>
        </pc:spChg>
        <pc:picChg chg="add mod">
          <ac:chgData name="Hansini Mallikarachchi" userId="9c21c7c1-2407-4ab9-a695-a637b9258275" providerId="ADAL" clId="{0184871B-D10D-42BC-9B82-8D1B4DCAE281}" dt="2025-11-23T08:27:11.310" v="540" actId="1076"/>
          <ac:picMkLst>
            <pc:docMk/>
            <pc:sldMk cId="3758796533" sldId="290"/>
            <ac:picMk id="5" creationId="{FC4D6981-16C9-EF8A-0E9A-FE74B1846197}"/>
          </ac:picMkLst>
        </pc:picChg>
        <pc:picChg chg="add del mod">
          <ac:chgData name="Hansini Mallikarachchi" userId="9c21c7c1-2407-4ab9-a695-a637b9258275" providerId="ADAL" clId="{0184871B-D10D-42BC-9B82-8D1B4DCAE281}" dt="2025-11-23T08:28:03.564" v="579" actId="478"/>
          <ac:picMkLst>
            <pc:docMk/>
            <pc:sldMk cId="3758796533" sldId="290"/>
            <ac:picMk id="6" creationId="{A275FE6C-E46C-2C20-564C-EB959E160021}"/>
          </ac:picMkLst>
        </pc:picChg>
        <pc:picChg chg="add mod">
          <ac:chgData name="Hansini Mallikarachchi" userId="9c21c7c1-2407-4ab9-a695-a637b9258275" providerId="ADAL" clId="{0184871B-D10D-42BC-9B82-8D1B4DCAE281}" dt="2025-11-23T08:29:40.914" v="589" actId="1076"/>
          <ac:picMkLst>
            <pc:docMk/>
            <pc:sldMk cId="3758796533" sldId="290"/>
            <ac:picMk id="8" creationId="{D9FD07E0-D248-8C35-6E6A-08F98EF4B87E}"/>
          </ac:picMkLst>
        </pc:picChg>
      </pc:sldChg>
      <pc:sldChg chg="del">
        <pc:chgData name="Hansini Mallikarachchi" userId="9c21c7c1-2407-4ab9-a695-a637b9258275" providerId="ADAL" clId="{0184871B-D10D-42BC-9B82-8D1B4DCAE281}" dt="2025-11-22T09:02:33.787" v="0" actId="47"/>
        <pc:sldMkLst>
          <pc:docMk/>
          <pc:sldMk cId="4134872448" sldId="290"/>
        </pc:sldMkLst>
      </pc:sldChg>
      <pc:sldChg chg="del">
        <pc:chgData name="Hansini Mallikarachchi" userId="9c21c7c1-2407-4ab9-a695-a637b9258275" providerId="ADAL" clId="{0184871B-D10D-42BC-9B82-8D1B4DCAE281}" dt="2025-11-22T09:02:33.787" v="0" actId="47"/>
        <pc:sldMkLst>
          <pc:docMk/>
          <pc:sldMk cId="177676322" sldId="291"/>
        </pc:sldMkLst>
      </pc:sldChg>
      <pc:sldChg chg="addSp delSp modSp new mod">
        <pc:chgData name="Hansini Mallikarachchi" userId="9c21c7c1-2407-4ab9-a695-a637b9258275" providerId="ADAL" clId="{0184871B-D10D-42BC-9B82-8D1B4DCAE281}" dt="2025-11-23T08:34:01.450" v="693" actId="207"/>
        <pc:sldMkLst>
          <pc:docMk/>
          <pc:sldMk cId="1595311118" sldId="291"/>
        </pc:sldMkLst>
        <pc:spChg chg="del">
          <ac:chgData name="Hansini Mallikarachchi" userId="9c21c7c1-2407-4ab9-a695-a637b9258275" providerId="ADAL" clId="{0184871B-D10D-42BC-9B82-8D1B4DCAE281}" dt="2025-11-23T08:28:53.293" v="585"/>
          <ac:spMkLst>
            <pc:docMk/>
            <pc:sldMk cId="1595311118" sldId="291"/>
            <ac:spMk id="2" creationId="{2C2A11F5-06CE-95A8-DF2C-B97FD1D3A314}"/>
          </ac:spMkLst>
        </pc:spChg>
        <pc:spChg chg="del">
          <ac:chgData name="Hansini Mallikarachchi" userId="9c21c7c1-2407-4ab9-a695-a637b9258275" providerId="ADAL" clId="{0184871B-D10D-42BC-9B82-8D1B4DCAE281}" dt="2025-11-23T08:23:22.954" v="462" actId="22"/>
          <ac:spMkLst>
            <pc:docMk/>
            <pc:sldMk cId="1595311118" sldId="291"/>
            <ac:spMk id="3" creationId="{5B2CF55F-F4A2-ECE2-F43A-17E7CB979314}"/>
          </ac:spMkLst>
        </pc:spChg>
        <pc:spChg chg="add del">
          <ac:chgData name="Hansini Mallikarachchi" userId="9c21c7c1-2407-4ab9-a695-a637b9258275" providerId="ADAL" clId="{0184871B-D10D-42BC-9B82-8D1B4DCAE281}" dt="2025-11-23T08:24:46.042" v="505" actId="478"/>
          <ac:spMkLst>
            <pc:docMk/>
            <pc:sldMk cId="1595311118" sldId="291"/>
            <ac:spMk id="7" creationId="{7C771C04-C7BA-AC88-5F49-EAF93285D55E}"/>
          </ac:spMkLst>
        </pc:spChg>
        <pc:spChg chg="add mod">
          <ac:chgData name="Hansini Mallikarachchi" userId="9c21c7c1-2407-4ab9-a695-a637b9258275" providerId="ADAL" clId="{0184871B-D10D-42BC-9B82-8D1B4DCAE281}" dt="2025-11-23T08:30:00.073" v="593" actId="1076"/>
          <ac:spMkLst>
            <pc:docMk/>
            <pc:sldMk cId="1595311118" sldId="291"/>
            <ac:spMk id="8" creationId="{3994FF61-BF87-0A28-F48D-7E37B9B4854E}"/>
          </ac:spMkLst>
        </pc:spChg>
        <pc:spChg chg="add mod">
          <ac:chgData name="Hansini Mallikarachchi" userId="9c21c7c1-2407-4ab9-a695-a637b9258275" providerId="ADAL" clId="{0184871B-D10D-42BC-9B82-8D1B4DCAE281}" dt="2025-11-23T08:31:28.884" v="662" actId="1076"/>
          <ac:spMkLst>
            <pc:docMk/>
            <pc:sldMk cId="1595311118" sldId="291"/>
            <ac:spMk id="10" creationId="{B6772EA4-394C-F315-7C80-520E848321C0}"/>
          </ac:spMkLst>
        </pc:spChg>
        <pc:spChg chg="add mod">
          <ac:chgData name="Hansini Mallikarachchi" userId="9c21c7c1-2407-4ab9-a695-a637b9258275" providerId="ADAL" clId="{0184871B-D10D-42BC-9B82-8D1B4DCAE281}" dt="2025-11-23T08:34:01.450" v="693" actId="207"/>
          <ac:spMkLst>
            <pc:docMk/>
            <pc:sldMk cId="1595311118" sldId="291"/>
            <ac:spMk id="11" creationId="{3E3DEAC2-DBEC-5DD4-59AE-E6F84E7DFDC1}"/>
          </ac:spMkLst>
        </pc:spChg>
        <pc:spChg chg="add mod">
          <ac:chgData name="Hansini Mallikarachchi" userId="9c21c7c1-2407-4ab9-a695-a637b9258275" providerId="ADAL" clId="{0184871B-D10D-42BC-9B82-8D1B4DCAE281}" dt="2025-11-23T08:30:35.040" v="613" actId="20577"/>
          <ac:spMkLst>
            <pc:docMk/>
            <pc:sldMk cId="1595311118" sldId="291"/>
            <ac:spMk id="12" creationId="{B17CF586-3EF8-42AA-C06B-BBECC6C782F8}"/>
          </ac:spMkLst>
        </pc:spChg>
        <pc:picChg chg="add mod ord">
          <ac:chgData name="Hansini Mallikarachchi" userId="9c21c7c1-2407-4ab9-a695-a637b9258275" providerId="ADAL" clId="{0184871B-D10D-42BC-9B82-8D1B4DCAE281}" dt="2025-11-23T08:30:03.442" v="595" actId="1076"/>
          <ac:picMkLst>
            <pc:docMk/>
            <pc:sldMk cId="1595311118" sldId="291"/>
            <ac:picMk id="5" creationId="{601BF7FA-54C2-C39B-DF5E-12E58AB85EA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B5D2-E89D-6774-89F0-4D315C0D7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825F2-3623-9179-EA64-22DA11540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DAD7-CCFD-B8C1-0934-7731D567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3F05-6706-837B-3357-7EFD61586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CD75C-B054-1D27-5459-80B81C9C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05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EB59-9833-3B36-18C6-DA52D232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198F0-602E-EEA7-21C1-3DB7D1258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9FA9E-DDA7-0970-A694-24A1D9C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E4C34-A96E-944C-5A2B-381D4ECA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BB711-5337-5F4C-74AD-F61BCC61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02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8223-44F2-3767-F309-55B4D11F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0BAE7-B814-2C88-8BBD-3162317A8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68A66-D74B-B74A-AE01-DE34688E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6B1E5-34F6-9FC5-9C16-3C996D17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032D1-776E-EA51-1496-37794303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59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2747-6834-A91A-BEE0-B8600D3B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9F535-09FF-48F7-80DA-411DB95D3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95E92-E6FD-61DE-3461-9DC43C8EB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85875-336E-E10C-7405-97046ED4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020CB-6073-265A-EF9A-F5129BB2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AFFA8-EE59-1851-1DC8-852EB161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09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121D-E8D2-6D85-49EB-E584414B5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A1728-EA51-8AF4-D2C5-0EBBCFB77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33AE8-BE72-4745-B651-79D8B2B0F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5A6A5-30E8-B5B3-3CCB-13A3A763A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C957BC-B898-B8F5-D855-C3F480611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D02B7-8BC5-03CC-AFB0-EEB7079B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735DD-5ABA-C05B-A0C8-B77AB957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0F632-89DA-3B49-E510-F7D73D2D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7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98A9-33E6-BB1D-102D-07F7B781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0BC53-F49B-26E8-88D4-51E00E66A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35C4B-6DFE-B14F-AA83-2354D2A9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A50F3-1879-A048-C9B6-146426F9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18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24D00-2B5F-A95F-53DD-460DF7040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7C5A2-4A26-943B-8F96-B191927A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AF0C2-EBC3-21B3-F696-5FBED299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3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2D0-81B5-28F3-9CD2-978D1BB4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42B4-693C-CF48-B064-4320546BB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FDB1F-1F7C-E6F3-41A0-252762C4A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B2B59-1696-EA3E-319D-619C3D25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D3C7A-09AE-6A26-0621-633737F9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1F9A0-943F-376F-C90D-FC171A7F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3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0CB1-6EA3-C24A-DA9D-5C17DA2C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F9495-1A85-34DD-2CF3-73AA4CD98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941D2-A41C-C60B-17FE-D321C7A76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F210A-7C61-3112-4730-260CFF74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657DE-34C4-852D-DEDF-3F23BBE5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5D503-1ABC-3F6B-BB2F-567E7062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65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F52E-5BAA-B03D-7730-7A4D8368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D8599-1BC4-EFA3-AD38-0D305CB2A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32F36-6705-CFB0-3047-3757F9F1F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F5FD-02D7-0131-C338-F2891717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50F1F-DBD8-646D-E55C-188D6053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06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7CCC3-5D30-BF1B-510D-C2DBCBD6F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1A131-DAE5-D2F6-3A10-C4432C52C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CD0AA-60D7-FA3B-2F87-DA1CE829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58FE0-8D6D-00CC-3486-180B360A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A24B0-62DF-B3C9-5C9A-06F41EF9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4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BDF49-CA45-448F-552A-84FF4BED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C476F-E26A-CE91-B08F-CC8263517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15F56-991B-5D40-CBE6-124F59717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09ECC-F8E8-42EF-B852-4CDB9C3622B2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F1883-9BD2-761D-CF65-9B8B07699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AA7A6-8DCD-73D0-8FC9-E7F62E92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6FDAA-95B4-499F-83A6-70961989B7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55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0D44-4634-09AF-AF8F-308C309C8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Design Line Template Copy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E22DE60-0880-A2D3-37E0-A00971735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06280"/>
          </a:xfrm>
        </p:spPr>
        <p:txBody>
          <a:bodyPr/>
          <a:lstStyle/>
          <a:p>
            <a:r>
              <a:rPr lang="en-GB" dirty="0"/>
              <a:t>From EXCEL template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C3E6D9-D7DC-AA3F-C209-7555BF4DA2DA}"/>
              </a:ext>
            </a:extLst>
          </p:cNvPr>
          <p:cNvSpPr txBox="1"/>
          <p:nvPr/>
        </p:nvSpPr>
        <p:spPr>
          <a:xfrm>
            <a:off x="387548" y="4300393"/>
            <a:ext cx="11565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This is a separate python script to copy and paste CPT and Lab data into excel design line template.</a:t>
            </a:r>
          </a:p>
          <a:p>
            <a:endParaRPr lang="en-GB" sz="2000" b="1"/>
          </a:p>
          <a:p>
            <a:r>
              <a:rPr lang="en-GB" sz="2000" b="1"/>
              <a:t>Deign </a:t>
            </a:r>
            <a:r>
              <a:rPr lang="en-GB" sz="2000" b="1" dirty="0"/>
              <a:t>lines should be entered manually </a:t>
            </a:r>
            <a:r>
              <a:rPr lang="en-GB" sz="2000" dirty="0"/>
              <a:t>in excel sheets after CPT and Lab data are plotted by this python tool</a:t>
            </a:r>
          </a:p>
        </p:txBody>
      </p:sp>
    </p:spTree>
    <p:extLst>
      <p:ext uri="{BB962C8B-B14F-4D97-AF65-F5344CB8AC3E}">
        <p14:creationId xmlns:p14="http://schemas.microsoft.com/office/powerpoint/2010/main" val="193377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9FD3-4148-76AF-FE54-CD3DDBA8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CE52A-24E2-75E0-BE6B-E66BF3BA8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DL_input_file.xlsx        -  Excel file containing input data</a:t>
            </a:r>
          </a:p>
          <a:p>
            <a:r>
              <a:rPr lang="en-GB" dirty="0"/>
              <a:t>Su_DL_template.xlsx – Excel template (change per parameter)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From GIR tool</a:t>
            </a:r>
          </a:p>
          <a:p>
            <a:r>
              <a:rPr lang="en-GB" dirty="0"/>
              <a:t>All_CPTs.xlsx – </a:t>
            </a:r>
            <a:r>
              <a:rPr lang="en-GB" dirty="0" err="1"/>
              <a:t>cpt</a:t>
            </a:r>
            <a:r>
              <a:rPr lang="en-GB" dirty="0"/>
              <a:t> correlation data for all the locations</a:t>
            </a:r>
          </a:p>
          <a:p>
            <a:r>
              <a:rPr lang="en-GB" dirty="0"/>
              <a:t>Lab_data_per_unit.xlsx – lab data per units (Inside </a:t>
            </a:r>
            <a:r>
              <a:rPr lang="en-GB" dirty="0" err="1"/>
              <a:t>lab_data_per_units</a:t>
            </a:r>
            <a:r>
              <a:rPr lang="en-GB" dirty="0"/>
              <a:t> folder)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Parameter comparison.xlsx – lab data per units (Inside </a:t>
            </a:r>
            <a:r>
              <a:rPr lang="en-GB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parameter_comparison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folder)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306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9859-475C-CCCC-4D4E-A1E0C900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7711"/>
          </a:xfrm>
        </p:spPr>
        <p:txBody>
          <a:bodyPr>
            <a:normAutofit fontScale="90000"/>
          </a:bodyPr>
          <a:lstStyle/>
          <a:p>
            <a:r>
              <a:rPr lang="en-GB" dirty="0"/>
              <a:t>Flow diagram of the GIR python tool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2950FC-9B5F-EDE5-61A8-C618AEF09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112" y="1150216"/>
            <a:ext cx="817646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D29EF6-5759-46DD-7351-638C2177F3D7}"/>
              </a:ext>
            </a:extLst>
          </p:cNvPr>
          <p:cNvSpPr txBox="1"/>
          <p:nvPr/>
        </p:nvSpPr>
        <p:spPr>
          <a:xfrm>
            <a:off x="1095271" y="4772967"/>
            <a:ext cx="140676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Main Excel User Input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ADA03B-F610-75AF-6D2D-A706D4F65911}"/>
              </a:ext>
            </a:extLst>
          </p:cNvPr>
          <p:cNvSpPr/>
          <p:nvPr/>
        </p:nvSpPr>
        <p:spPr>
          <a:xfrm>
            <a:off x="7315201" y="4350936"/>
            <a:ext cx="1956538" cy="1892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91D09-04E2-F918-CBB7-081870B698AA}"/>
              </a:ext>
            </a:extLst>
          </p:cNvPr>
          <p:cNvSpPr txBox="1"/>
          <p:nvPr/>
        </p:nvSpPr>
        <p:spPr>
          <a:xfrm>
            <a:off x="7058739" y="6243514"/>
            <a:ext cx="3195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 files needed as inputs of </a:t>
            </a:r>
            <a:r>
              <a:rPr lang="en-GB" dirty="0" err="1"/>
              <a:t>DL_template_copy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F4F44-992C-C9B6-0B38-49198D878FEC}"/>
              </a:ext>
            </a:extLst>
          </p:cNvPr>
          <p:cNvSpPr txBox="1"/>
          <p:nvPr/>
        </p:nvSpPr>
        <p:spPr>
          <a:xfrm>
            <a:off x="7506119" y="5501554"/>
            <a:ext cx="1678074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CPT Parameter comparison per location</a:t>
            </a:r>
          </a:p>
        </p:txBody>
      </p:sp>
    </p:spTree>
    <p:extLst>
      <p:ext uri="{BB962C8B-B14F-4D97-AF65-F5344CB8AC3E}">
        <p14:creationId xmlns:p14="http://schemas.microsoft.com/office/powerpoint/2010/main" val="3954544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940F-79ED-B497-B95F-606E8FBB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56" y="221356"/>
            <a:ext cx="10515600" cy="1325563"/>
          </a:xfrm>
        </p:spPr>
        <p:txBody>
          <a:bodyPr/>
          <a:lstStyle/>
          <a:p>
            <a:r>
              <a:rPr lang="en-GB" dirty="0"/>
              <a:t>Inputs from GIR tool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092A09-7D75-21AB-3FF5-FE54E0937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856" y="1591166"/>
            <a:ext cx="3562351" cy="823912"/>
          </a:xfrm>
        </p:spPr>
        <p:txBody>
          <a:bodyPr>
            <a:normAutofit/>
          </a:bodyPr>
          <a:lstStyle/>
          <a:p>
            <a:r>
              <a:rPr lang="en-GB" dirty="0"/>
              <a:t>Master CPT output file containing all locations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C15478-5B58-8FD1-F12E-1ABA4F373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63244" y="1768292"/>
            <a:ext cx="2971801" cy="823912"/>
          </a:xfrm>
        </p:spPr>
        <p:txBody>
          <a:bodyPr>
            <a:normAutofit/>
          </a:bodyPr>
          <a:lstStyle/>
          <a:p>
            <a:r>
              <a:rPr lang="en-GB" dirty="0"/>
              <a:t>Lab data per units (saved in a folder)</a:t>
            </a:r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478036-427B-1AD8-104B-7988FBFE0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277" y="2415078"/>
            <a:ext cx="4400550" cy="3733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787035-9F4E-92DE-D35A-328E67273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64" y="2505075"/>
            <a:ext cx="3295650" cy="1038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3997FA-F9C2-588C-1597-9F47B3CEE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64" y="3677544"/>
            <a:ext cx="3562350" cy="3238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77D26C-82F0-7A77-B29B-BAF7BEFAA41B}"/>
              </a:ext>
            </a:extLst>
          </p:cNvPr>
          <p:cNvCxnSpPr>
            <a:cxnSpLocks/>
          </p:cNvCxnSpPr>
          <p:nvPr/>
        </p:nvCxnSpPr>
        <p:spPr>
          <a:xfrm>
            <a:off x="8932985" y="0"/>
            <a:ext cx="57879" cy="685800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B7B3B2B-6B81-C008-A8A4-E11F61DCF10D}"/>
              </a:ext>
            </a:extLst>
          </p:cNvPr>
          <p:cNvSpPr txBox="1">
            <a:spLocks/>
          </p:cNvSpPr>
          <p:nvPr/>
        </p:nvSpPr>
        <p:spPr>
          <a:xfrm>
            <a:off x="9181490" y="1768292"/>
            <a:ext cx="2971801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CPT parameter comparison (saved in a folder)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OPTIONAL</a:t>
            </a:r>
          </a:p>
          <a:p>
            <a:endParaRPr lang="en-GB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871A03-4789-64EA-2A5D-DEB458AA0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490" y="2505075"/>
            <a:ext cx="3095987" cy="284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0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7ADC8D-4434-EEFB-A024-E26532A6E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64" y="2049898"/>
            <a:ext cx="11982450" cy="3305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3A6C1D-F417-939C-C433-767E750A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753" y="242214"/>
            <a:ext cx="10515600" cy="828243"/>
          </a:xfrm>
        </p:spPr>
        <p:txBody>
          <a:bodyPr/>
          <a:lstStyle/>
          <a:p>
            <a:r>
              <a:rPr lang="en-GB" dirty="0"/>
              <a:t>Main - DL_input_file.xlsx 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9EDEA63-6C51-2922-B161-02691E8CF13A}"/>
              </a:ext>
            </a:extLst>
          </p:cNvPr>
          <p:cNvSpPr/>
          <p:nvPr/>
        </p:nvSpPr>
        <p:spPr>
          <a:xfrm>
            <a:off x="10852293" y="2562565"/>
            <a:ext cx="464127" cy="8001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99EACD-D508-9C32-5E88-3937AB821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7" y="5693051"/>
            <a:ext cx="10515600" cy="924525"/>
          </a:xfrm>
        </p:spPr>
        <p:txBody>
          <a:bodyPr>
            <a:normAutofit lnSpcReduction="10000"/>
          </a:bodyPr>
          <a:lstStyle/>
          <a:p>
            <a:r>
              <a:rPr lang="en-GB" sz="1800" dirty="0"/>
              <a:t>Change </a:t>
            </a:r>
            <a:r>
              <a:rPr lang="en-GB" sz="1800" dirty="0" err="1"/>
              <a:t>DL_template</a:t>
            </a:r>
            <a:r>
              <a:rPr lang="en-GB" sz="1800" dirty="0"/>
              <a:t> based on parameter (with changed chart names, as modification to charts can not be done in python)</a:t>
            </a:r>
          </a:p>
          <a:p>
            <a:r>
              <a:rPr lang="en-GB" sz="1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CPT_method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compare is optional, if only different </a:t>
            </a:r>
            <a:r>
              <a:rPr lang="en-GB" sz="1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cpt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correlations are plotted together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CD4F46-EFAC-B412-1B9A-F67C06FDEFD8}"/>
              </a:ext>
            </a:extLst>
          </p:cNvPr>
          <p:cNvSpPr/>
          <p:nvPr/>
        </p:nvSpPr>
        <p:spPr>
          <a:xfrm>
            <a:off x="152400" y="2466703"/>
            <a:ext cx="10110355" cy="5176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F4F39-45B2-CC49-2808-7E5BDEA530AE}"/>
              </a:ext>
            </a:extLst>
          </p:cNvPr>
          <p:cNvSpPr/>
          <p:nvPr/>
        </p:nvSpPr>
        <p:spPr>
          <a:xfrm>
            <a:off x="152400" y="3412386"/>
            <a:ext cx="10110355" cy="22266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6F398F-508D-B65F-CE69-E8C4BD6F7FA2}"/>
              </a:ext>
            </a:extLst>
          </p:cNvPr>
          <p:cNvCxnSpPr/>
          <p:nvPr/>
        </p:nvCxnSpPr>
        <p:spPr>
          <a:xfrm flipV="1">
            <a:off x="10271146" y="3131604"/>
            <a:ext cx="874206" cy="4000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42F1A9-AA15-5EA7-B2C6-C9F048FA6E15}"/>
              </a:ext>
            </a:extLst>
          </p:cNvPr>
          <p:cNvCxnSpPr>
            <a:cxnSpLocks/>
          </p:cNvCxnSpPr>
          <p:nvPr/>
        </p:nvCxnSpPr>
        <p:spPr>
          <a:xfrm>
            <a:off x="10252212" y="2596491"/>
            <a:ext cx="852205" cy="1050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0FD375E-F91C-8ABC-E181-2F3404BE6025}"/>
              </a:ext>
            </a:extLst>
          </p:cNvPr>
          <p:cNvSpPr txBox="1"/>
          <p:nvPr/>
        </p:nvSpPr>
        <p:spPr>
          <a:xfrm>
            <a:off x="11239501" y="2661194"/>
            <a:ext cx="874206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Outputs from GIR tool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B86A3E-E3A6-A5D2-BBF8-1699A78DF173}"/>
              </a:ext>
            </a:extLst>
          </p:cNvPr>
          <p:cNvSpPr txBox="1"/>
          <p:nvPr/>
        </p:nvSpPr>
        <p:spPr>
          <a:xfrm>
            <a:off x="5378380" y="1973146"/>
            <a:ext cx="2459333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Per_Location</a:t>
            </a:r>
            <a:r>
              <a:rPr lang="en-GB" sz="1200" dirty="0"/>
              <a:t> or </a:t>
            </a:r>
            <a:r>
              <a:rPr lang="en-GB" sz="1200" dirty="0" err="1"/>
              <a:t>Per_Unit</a:t>
            </a:r>
            <a:endParaRPr lang="en-GB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C85666-D8CA-444D-5A07-7B8FF2012395}"/>
              </a:ext>
            </a:extLst>
          </p:cNvPr>
          <p:cNvCxnSpPr/>
          <p:nvPr/>
        </p:nvCxnSpPr>
        <p:spPr>
          <a:xfrm flipV="1">
            <a:off x="10678314" y="3331629"/>
            <a:ext cx="827049" cy="1873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78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ABE075-5584-A700-93AC-08D0A77B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53" y="122881"/>
            <a:ext cx="11182494" cy="366746"/>
          </a:xfrm>
        </p:spPr>
        <p:txBody>
          <a:bodyPr>
            <a:normAutofit fontScale="90000"/>
          </a:bodyPr>
          <a:lstStyle/>
          <a:p>
            <a:r>
              <a:rPr lang="en-GB" dirty="0"/>
              <a:t>Plotting options - DL_input_file.xlsx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95551-C13F-EB27-F950-1327652A5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2473" y="250283"/>
            <a:ext cx="5157787" cy="823912"/>
          </a:xfrm>
        </p:spPr>
        <p:txBody>
          <a:bodyPr/>
          <a:lstStyle/>
          <a:p>
            <a:r>
              <a:rPr lang="en-GB" dirty="0" err="1"/>
              <a:t>To_plot_CPT</a:t>
            </a:r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5ADD729-96D8-DF1F-47CE-ED97C12801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2473" y="1074195"/>
            <a:ext cx="5307528" cy="82391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F1526D-2B29-B505-8971-AEF9A23FF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31001"/>
            <a:ext cx="5183188" cy="823912"/>
          </a:xfrm>
        </p:spPr>
        <p:txBody>
          <a:bodyPr/>
          <a:lstStyle/>
          <a:p>
            <a:r>
              <a:rPr lang="en-GB" dirty="0" err="1"/>
              <a:t>To_plot_Lab</a:t>
            </a:r>
            <a:endParaRPr lang="en-GB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AA6BF2B-89CD-7612-F4DE-40657B304EC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t="2941"/>
          <a:stretch>
            <a:fillRect/>
          </a:stretch>
        </p:blipFill>
        <p:spPr>
          <a:xfrm>
            <a:off x="6170739" y="1074195"/>
            <a:ext cx="6021261" cy="1714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54BBE3-A3AC-D6DD-1E11-89BA10BDCC41}"/>
              </a:ext>
            </a:extLst>
          </p:cNvPr>
          <p:cNvSpPr txBox="1"/>
          <p:nvPr/>
        </p:nvSpPr>
        <p:spPr>
          <a:xfrm>
            <a:off x="0" y="3644569"/>
            <a:ext cx="49136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Depending on the required parameter, change </a:t>
            </a:r>
            <a:r>
              <a:rPr lang="en-GB" dirty="0" err="1"/>
              <a:t>To_plot_CPT</a:t>
            </a:r>
            <a:r>
              <a:rPr lang="en-GB" dirty="0"/>
              <a:t> and </a:t>
            </a:r>
            <a:r>
              <a:rPr lang="en-GB" dirty="0" err="1"/>
              <a:t>To_plot_Lab</a:t>
            </a:r>
            <a:r>
              <a:rPr lang="en-GB" dirty="0"/>
              <a:t> sheets</a:t>
            </a:r>
          </a:p>
          <a:p>
            <a:endParaRPr lang="en-GB" dirty="0"/>
          </a:p>
          <a:p>
            <a:r>
              <a:rPr lang="en-GB" dirty="0"/>
              <a:t>Tab </a:t>
            </a:r>
            <a:r>
              <a:rPr lang="en-GB" b="1" dirty="0">
                <a:solidFill>
                  <a:srgbClr val="FF0000"/>
                </a:solidFill>
              </a:rPr>
              <a:t>Copy</a:t>
            </a:r>
            <a:r>
              <a:rPr lang="en-GB" dirty="0"/>
              <a:t> in input excel contains all labels, x-header, y-header options for all parameters.</a:t>
            </a:r>
          </a:p>
          <a:p>
            <a:r>
              <a:rPr lang="en-GB" dirty="0"/>
              <a:t>(Don’t change cell names)</a:t>
            </a:r>
          </a:p>
          <a:p>
            <a:endParaRPr lang="en-GB" dirty="0"/>
          </a:p>
          <a:p>
            <a:r>
              <a:rPr lang="en-GB" dirty="0"/>
              <a:t>Copy from copy sheet and paste in </a:t>
            </a:r>
            <a:r>
              <a:rPr lang="en-GB" dirty="0" err="1"/>
              <a:t>To_plot_CPT</a:t>
            </a:r>
            <a:r>
              <a:rPr lang="en-GB" dirty="0"/>
              <a:t> and </a:t>
            </a:r>
            <a:r>
              <a:rPr lang="en-GB" dirty="0" err="1"/>
              <a:t>To_plot_Lab</a:t>
            </a:r>
            <a:r>
              <a:rPr lang="en-GB" dirty="0"/>
              <a:t> sheets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0DA95B-5FCF-BBF6-A9C4-6E878F2D4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611" y="3456262"/>
            <a:ext cx="7080168" cy="3406672"/>
          </a:xfrm>
          <a:prstGeom prst="rect">
            <a:avLst/>
          </a:prstGeom>
        </p:spPr>
      </p:pic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ED602D8-B357-217F-41D4-4C51BE55BF8E}"/>
              </a:ext>
            </a:extLst>
          </p:cNvPr>
          <p:cNvSpPr txBox="1">
            <a:spLocks/>
          </p:cNvSpPr>
          <p:nvPr/>
        </p:nvSpPr>
        <p:spPr>
          <a:xfrm>
            <a:off x="5434483" y="2661569"/>
            <a:ext cx="5183188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Copy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E94B0B-BCA2-975C-5FD7-F2281AE20703}"/>
              </a:ext>
            </a:extLst>
          </p:cNvPr>
          <p:cNvCxnSpPr>
            <a:cxnSpLocks/>
          </p:cNvCxnSpPr>
          <p:nvPr/>
        </p:nvCxnSpPr>
        <p:spPr>
          <a:xfrm flipH="1" flipV="1">
            <a:off x="3155182" y="1657978"/>
            <a:ext cx="1959429" cy="18275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AFF066-3A9D-A6EE-740B-31A07568E4C9}"/>
              </a:ext>
            </a:extLst>
          </p:cNvPr>
          <p:cNvCxnSpPr/>
          <p:nvPr/>
        </p:nvCxnSpPr>
        <p:spPr>
          <a:xfrm flipV="1">
            <a:off x="10617671" y="2788695"/>
            <a:ext cx="324984" cy="6675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75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AD8F-9A82-C846-78C7-49368ACD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56" y="241828"/>
            <a:ext cx="10515600" cy="927013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Optional: CPT method comparison (per units or per location)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B8652-3256-5DB8-1D5C-771273386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GIR tool – set methods to ALL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D6981-16C9-EF8A-0E9A-FE74B1846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39" y="3034080"/>
            <a:ext cx="4086225" cy="1352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FD07E0-D248-8C35-6E6A-08F98EF4B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480" y="1640036"/>
            <a:ext cx="3609975" cy="512445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3ACA11D-4E26-D7AE-7655-9659F70A8BEB}"/>
              </a:ext>
            </a:extLst>
          </p:cNvPr>
          <p:cNvSpPr/>
          <p:nvPr/>
        </p:nvSpPr>
        <p:spPr>
          <a:xfrm>
            <a:off x="5335675" y="3587262"/>
            <a:ext cx="2069960" cy="542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796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1BF7FA-54C2-C39B-DF5E-12E58AB85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6141" y="1584540"/>
            <a:ext cx="3566670" cy="4351338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994FF61-BF87-0A28-F48D-7E37B9B4854E}"/>
              </a:ext>
            </a:extLst>
          </p:cNvPr>
          <p:cNvSpPr txBox="1">
            <a:spLocks/>
          </p:cNvSpPr>
          <p:nvPr/>
        </p:nvSpPr>
        <p:spPr>
          <a:xfrm>
            <a:off x="3939444" y="1015985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 err="1"/>
              <a:t>To_plot_CPT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72EA4-394C-F315-7C80-520E848321C0}"/>
              </a:ext>
            </a:extLst>
          </p:cNvPr>
          <p:cNvSpPr txBox="1"/>
          <p:nvPr/>
        </p:nvSpPr>
        <p:spPr>
          <a:xfrm>
            <a:off x="447909" y="1581440"/>
            <a:ext cx="3243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Copy from copy sheet and paste in </a:t>
            </a:r>
            <a:r>
              <a:rPr lang="en-GB" dirty="0" err="1"/>
              <a:t>To_plot_CPT</a:t>
            </a:r>
            <a:r>
              <a:rPr lang="en-GB" dirty="0"/>
              <a:t> sheet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3DEAC2-DBEC-5DD4-59AE-E6F84E7D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992" y="275791"/>
            <a:ext cx="10515600" cy="740194"/>
          </a:xfrm>
        </p:spPr>
        <p:txBody>
          <a:bodyPr/>
          <a:lstStyle/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Optional: CPT method comparison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CF586-3EF8-42AA-C06B-BBECC6C782F8}"/>
              </a:ext>
            </a:extLst>
          </p:cNvPr>
          <p:cNvSpPr txBox="1"/>
          <p:nvPr/>
        </p:nvSpPr>
        <p:spPr>
          <a:xfrm>
            <a:off x="402783" y="2476260"/>
            <a:ext cx="3243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NO change in </a:t>
            </a:r>
            <a:r>
              <a:rPr lang="en-GB" dirty="0" err="1"/>
              <a:t>To_plot_LAB</a:t>
            </a:r>
            <a:r>
              <a:rPr lang="en-GB" dirty="0"/>
              <a:t> sheet</a:t>
            </a:r>
          </a:p>
        </p:txBody>
      </p:sp>
    </p:spTree>
    <p:extLst>
      <p:ext uri="{BB962C8B-B14F-4D97-AF65-F5344CB8AC3E}">
        <p14:creationId xmlns:p14="http://schemas.microsoft.com/office/powerpoint/2010/main" val="159531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70B685-8B05-AB6A-FA69-34FB89D3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1367AE-6E1E-4086-625C-FB0CD3319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Currently separate excel sheets are prepared for each location/unit (Can not combine)</a:t>
            </a:r>
          </a:p>
          <a:p>
            <a:r>
              <a:rPr lang="en-GB" dirty="0"/>
              <a:t>Excel sheets should be manually combined</a:t>
            </a:r>
          </a:p>
        </p:txBody>
      </p:sp>
    </p:spTree>
    <p:extLst>
      <p:ext uri="{BB962C8B-B14F-4D97-AF65-F5344CB8AC3E}">
        <p14:creationId xmlns:p14="http://schemas.microsoft.com/office/powerpoint/2010/main" val="337356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8277</TotalTime>
  <Words>407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Design Line Template Copy</vt:lpstr>
      <vt:lpstr>Main inputs</vt:lpstr>
      <vt:lpstr>Flow diagram of the GIR python tool</vt:lpstr>
      <vt:lpstr>Inputs from GIR tool</vt:lpstr>
      <vt:lpstr>Main - DL_input_file.xlsx </vt:lpstr>
      <vt:lpstr>Plotting options - DL_input_file.xlsx</vt:lpstr>
      <vt:lpstr>Optional: CPT method comparison (per units or per location)</vt:lpstr>
      <vt:lpstr>Optional: CPT method comparison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Hansini Mallikarachchi</dc:creator>
  <cp:lastModifiedBy>Hansini Mallikarachchi</cp:lastModifiedBy>
  <cp:revision>2</cp:revision>
  <dcterms:created xsi:type="dcterms:W3CDTF">2025-09-13T10:02:32Z</dcterms:created>
  <dcterms:modified xsi:type="dcterms:W3CDTF">2025-11-23T08:34:04Z</dcterms:modified>
</cp:coreProperties>
</file>