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4" r:id="rId2"/>
    <p:sldId id="289" r:id="rId3"/>
    <p:sldId id="257" r:id="rId4"/>
    <p:sldId id="286" r:id="rId5"/>
    <p:sldId id="285" r:id="rId6"/>
    <p:sldId id="287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3FDA13-9602-444B-A801-49FABDC1E7C7}" v="4" dt="2025-11-22T09:07:09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sini Mallikarachchi" userId="9c21c7c1-2407-4ab9-a695-a637b9258275" providerId="ADAL" clId="{0184871B-D10D-42BC-9B82-8D1B4DCAE281}"/>
    <pc:docChg chg="custSel addSld delSld modSld">
      <pc:chgData name="Hansini Mallikarachchi" userId="9c21c7c1-2407-4ab9-a695-a637b9258275" providerId="ADAL" clId="{0184871B-D10D-42BC-9B82-8D1B4DCAE281}" dt="2025-11-22T09:11:43.760" v="135" actId="20577"/>
      <pc:docMkLst>
        <pc:docMk/>
      </pc:docMkLst>
      <pc:sldChg chg="del">
        <pc:chgData name="Hansini Mallikarachchi" userId="9c21c7c1-2407-4ab9-a695-a637b9258275" providerId="ADAL" clId="{0184871B-D10D-42BC-9B82-8D1B4DCAE281}" dt="2025-11-22T09:04:41.436" v="6" actId="47"/>
        <pc:sldMkLst>
          <pc:docMk/>
          <pc:sldMk cId="2568327394" sldId="256"/>
        </pc:sldMkLst>
      </pc:sldChg>
      <pc:sldChg chg="add del">
        <pc:chgData name="Hansini Mallikarachchi" userId="9c21c7c1-2407-4ab9-a695-a637b9258275" providerId="ADAL" clId="{0184871B-D10D-42BC-9B82-8D1B4DCAE281}" dt="2025-11-22T09:04:53.888" v="9" actId="2696"/>
        <pc:sldMkLst>
          <pc:docMk/>
          <pc:sldMk cId="372086267" sldId="257"/>
        </pc:sldMkLst>
      </pc:sldChg>
      <pc:sldChg chg="del">
        <pc:chgData name="Hansini Mallikarachchi" userId="9c21c7c1-2407-4ab9-a695-a637b9258275" providerId="ADAL" clId="{0184871B-D10D-42BC-9B82-8D1B4DCAE281}" dt="2025-11-22T09:04:43.736" v="7" actId="2696"/>
        <pc:sldMkLst>
          <pc:docMk/>
          <pc:sldMk cId="1680882043" sldId="257"/>
        </pc:sldMkLst>
      </pc:sldChg>
      <pc:sldChg chg="addSp modSp add mod">
        <pc:chgData name="Hansini Mallikarachchi" userId="9c21c7c1-2407-4ab9-a695-a637b9258275" providerId="ADAL" clId="{0184871B-D10D-42BC-9B82-8D1B4DCAE281}" dt="2025-11-22T09:06:08.743" v="66" actId="20577"/>
        <pc:sldMkLst>
          <pc:docMk/>
          <pc:sldMk cId="3954544789" sldId="257"/>
        </pc:sldMkLst>
        <pc:spChg chg="add mod">
          <ac:chgData name="Hansini Mallikarachchi" userId="9c21c7c1-2407-4ab9-a695-a637b9258275" providerId="ADAL" clId="{0184871B-D10D-42BC-9B82-8D1B4DCAE281}" dt="2025-11-22T09:05:17.845" v="14" actId="14100"/>
          <ac:spMkLst>
            <pc:docMk/>
            <pc:sldMk cId="3954544789" sldId="257"/>
            <ac:spMk id="3" creationId="{0CADA03B-F610-75AF-6D2D-A706D4F65911}"/>
          </ac:spMkLst>
        </pc:spChg>
        <pc:spChg chg="add mod">
          <ac:chgData name="Hansini Mallikarachchi" userId="9c21c7c1-2407-4ab9-a695-a637b9258275" providerId="ADAL" clId="{0184871B-D10D-42BC-9B82-8D1B4DCAE281}" dt="2025-11-22T09:06:08.743" v="66" actId="20577"/>
          <ac:spMkLst>
            <pc:docMk/>
            <pc:sldMk cId="3954544789" sldId="257"/>
            <ac:spMk id="4" creationId="{50D91D09-04E2-F918-CBB7-081870B698AA}"/>
          </ac:spMkLst>
        </pc:spChg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159082140" sldId="258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547297675" sldId="259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476291365" sldId="260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1517425560" sldId="262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1994213781" sldId="263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633380056" sldId="264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2005016377" sldId="265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1811493538" sldId="266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2213543382" sldId="267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3171165963" sldId="268"/>
        </pc:sldMkLst>
      </pc:sldChg>
      <pc:sldChg chg="del">
        <pc:chgData name="Hansini Mallikarachchi" userId="9c21c7c1-2407-4ab9-a695-a637b9258275" providerId="ADAL" clId="{0184871B-D10D-42BC-9B82-8D1B4DCAE281}" dt="2025-11-22T09:02:43.726" v="3" actId="47"/>
        <pc:sldMkLst>
          <pc:docMk/>
          <pc:sldMk cId="2567781943" sldId="269"/>
        </pc:sldMkLst>
      </pc:sldChg>
      <pc:sldChg chg="del">
        <pc:chgData name="Hansini Mallikarachchi" userId="9c21c7c1-2407-4ab9-a695-a637b9258275" providerId="ADAL" clId="{0184871B-D10D-42BC-9B82-8D1B4DCAE281}" dt="2025-11-22T09:02:43.726" v="3" actId="47"/>
        <pc:sldMkLst>
          <pc:docMk/>
          <pc:sldMk cId="2238628274" sldId="270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022452220" sldId="273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640883863" sldId="274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580597687" sldId="275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79598830" sldId="276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1199196094" sldId="278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4082366292" sldId="279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3050543196" sldId="280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1534330925" sldId="281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3266043581" sldId="282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147816960" sldId="283"/>
        </pc:sldMkLst>
      </pc:sldChg>
      <pc:sldChg chg="modSp mod">
        <pc:chgData name="Hansini Mallikarachchi" userId="9c21c7c1-2407-4ab9-a695-a637b9258275" providerId="ADAL" clId="{0184871B-D10D-42BC-9B82-8D1B4DCAE281}" dt="2025-11-22T09:08:35.029" v="99" actId="20577"/>
        <pc:sldMkLst>
          <pc:docMk/>
          <pc:sldMk cId="1933774145" sldId="284"/>
        </pc:sldMkLst>
        <pc:spChg chg="mod">
          <ac:chgData name="Hansini Mallikarachchi" userId="9c21c7c1-2407-4ab9-a695-a637b9258275" providerId="ADAL" clId="{0184871B-D10D-42BC-9B82-8D1B4DCAE281}" dt="2025-11-22T09:06:18.398" v="70" actId="20577"/>
          <ac:spMkLst>
            <pc:docMk/>
            <pc:sldMk cId="1933774145" sldId="284"/>
            <ac:spMk id="2" creationId="{47A90D44-4634-09AF-AF8F-308C309C82FB}"/>
          </ac:spMkLst>
        </pc:spChg>
        <pc:spChg chg="mod">
          <ac:chgData name="Hansini Mallikarachchi" userId="9c21c7c1-2407-4ab9-a695-a637b9258275" providerId="ADAL" clId="{0184871B-D10D-42BC-9B82-8D1B4DCAE281}" dt="2025-11-22T09:06:31.579" v="73" actId="20577"/>
          <ac:spMkLst>
            <pc:docMk/>
            <pc:sldMk cId="1933774145" sldId="284"/>
            <ac:spMk id="7" creationId="{DE22DE60-0880-A2D3-37E0-A00971735B09}"/>
          </ac:spMkLst>
        </pc:spChg>
        <pc:spChg chg="mod">
          <ac:chgData name="Hansini Mallikarachchi" userId="9c21c7c1-2407-4ab9-a695-a637b9258275" providerId="ADAL" clId="{0184871B-D10D-42BC-9B82-8D1B4DCAE281}" dt="2025-11-22T09:08:35.029" v="99" actId="20577"/>
          <ac:spMkLst>
            <pc:docMk/>
            <pc:sldMk cId="1933774145" sldId="284"/>
            <ac:spMk id="8" creationId="{16C3E6D9-D7DC-AA3F-C209-7555BF4DA2DA}"/>
          </ac:spMkLst>
        </pc:spChg>
      </pc:sldChg>
      <pc:sldChg chg="delSp mod">
        <pc:chgData name="Hansini Mallikarachchi" userId="9c21c7c1-2407-4ab9-a695-a637b9258275" providerId="ADAL" clId="{0184871B-D10D-42BC-9B82-8D1B4DCAE281}" dt="2025-11-22T09:10:53.680" v="100" actId="478"/>
        <pc:sldMkLst>
          <pc:docMk/>
          <pc:sldMk cId="291260976" sldId="286"/>
        </pc:sldMkLst>
        <pc:spChg chg="del">
          <ac:chgData name="Hansini Mallikarachchi" userId="9c21c7c1-2407-4ab9-a695-a637b9258275" providerId="ADAL" clId="{0184871B-D10D-42BC-9B82-8D1B4DCAE281}" dt="2025-11-22T09:10:53.680" v="100" actId="478"/>
          <ac:spMkLst>
            <pc:docMk/>
            <pc:sldMk cId="291260976" sldId="286"/>
            <ac:spMk id="3" creationId="{38BC7971-51CE-699E-1ADB-A3BC8657ECD5}"/>
          </ac:spMkLst>
        </pc:spChg>
      </pc:sldChg>
      <pc:sldChg chg="modSp mod">
        <pc:chgData name="Hansini Mallikarachchi" userId="9c21c7c1-2407-4ab9-a695-a637b9258275" providerId="ADAL" clId="{0184871B-D10D-42BC-9B82-8D1B4DCAE281}" dt="2025-11-22T09:11:43.760" v="135" actId="20577"/>
        <pc:sldMkLst>
          <pc:docMk/>
          <pc:sldMk cId="3973068812" sldId="289"/>
        </pc:sldMkLst>
        <pc:spChg chg="mod">
          <ac:chgData name="Hansini Mallikarachchi" userId="9c21c7c1-2407-4ab9-a695-a637b9258275" providerId="ADAL" clId="{0184871B-D10D-42BC-9B82-8D1B4DCAE281}" dt="2025-11-22T09:11:43.760" v="135" actId="20577"/>
          <ac:spMkLst>
            <pc:docMk/>
            <pc:sldMk cId="3973068812" sldId="289"/>
            <ac:spMk id="3" creationId="{0D1CE52A-24E2-75E0-BE6B-E66BF3BA8396}"/>
          </ac:spMkLst>
        </pc:spChg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4134872448" sldId="290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177676322" sldId="29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B5D2-E89D-6774-89F0-4D315C0D7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825F2-3623-9179-EA64-22DA11540D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0DDAD7-CCFD-B8C1-0934-7731D567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3F05-6706-837B-3357-7EFD61586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CD75C-B054-1D27-5459-80B81C9C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05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BEB59-9833-3B36-18C6-DA52D232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198F0-602E-EEA7-21C1-3DB7D1258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9FA9E-DDA7-0970-A694-24A1D9C9F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E4C34-A96E-944C-5A2B-381D4ECAE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B711-5337-5F4C-74AD-F61BCC61C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020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8223-44F2-3767-F309-55B4D11F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0BAE7-B814-2C88-8BBD-3162317A8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68A66-D74B-B74A-AE01-DE34688EC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6B1E5-34F6-9FC5-9C16-3C996D17C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032D1-776E-EA51-1496-37794303F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7597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92747-6834-A91A-BEE0-B8600D3B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9F535-09FF-48F7-80DA-411DB95D35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995E92-E6FD-61DE-3461-9DC43C8EB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885875-336E-E10C-7405-97046ED42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020CB-6073-265A-EF9A-F5129BB21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8AFFA8-EE59-1851-1DC8-852EB1615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121D-E8D2-6D85-49EB-E584414B5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A1728-EA51-8AF4-D2C5-0EBBCFB77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833AE8-BE72-4745-B651-79D8B2B0F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85A6A5-30E8-B5B3-3CCB-13A3A763A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C957BC-B898-B8F5-D855-C3F4806116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4D02B7-8BC5-03CC-AFB0-EEB7079B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735DD-5ABA-C05B-A0C8-B77AB9579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E0F632-89DA-3B49-E510-F7D73D2D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7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F98A9-33E6-BB1D-102D-07F7B781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60BC53-F49B-26E8-88D4-51E00E66A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35C4B-6DFE-B14F-AA83-2354D2A96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BA50F3-1879-A048-C9B6-146426F9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618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24D00-2B5F-A95F-53DD-460DF7040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C5A2-4A26-943B-8F96-B191927A0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AF0C2-EBC3-21B3-F696-5FBED2999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435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2D0-81B5-28F3-9CD2-978D1BB4F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42B4-693C-CF48-B064-4320546BB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FDB1F-1F7C-E6F3-41A0-252762C4A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2B2B59-1696-EA3E-319D-619C3D25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3C7A-09AE-6A26-0621-633737F9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51F9A0-943F-376F-C90D-FC171A7F5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836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30CB1-6EA3-C24A-DA9D-5C17DA2CA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F9495-1A85-34DD-2CF3-73AA4CD983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8941D2-A41C-C60B-17FE-D321C7A766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F210A-7C61-3112-4730-260CFF745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657DE-34C4-852D-DEDF-3F23BBE58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5D503-1ABC-3F6B-BB2F-567E7062D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658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7F52E-5BAA-B03D-7730-7A4D8368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D8599-1BC4-EFA3-AD38-0D305CB2A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32F36-6705-CFB0-3047-3757F9F1F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2F5FD-02D7-0131-C338-F28917174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50F1F-DBD8-646D-E55C-188D60535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066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17CCC3-5D30-BF1B-510D-C2DBCBD6F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1A131-DAE5-D2F6-3A10-C4432C52C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CD0AA-60D7-FA3B-2F87-DA1CE829F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58FE0-8D6D-00CC-3486-180B360A3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A24B0-62DF-B3C9-5C9A-06F41EF9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47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6BDF49-CA45-448F-552A-84FF4BEDD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C476F-E26A-CE91-B08F-CC8263517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15F56-991B-5D40-CBE6-124F59717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F1883-9BD2-761D-CF65-9B8B076994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AA7A6-8DCD-73D0-8FC9-E7F62E92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555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0D44-4634-09AF-AF8F-308C309C82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Design Line Template Copy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E22DE60-0880-A2D3-37E0-A00971735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06280"/>
          </a:xfrm>
        </p:spPr>
        <p:txBody>
          <a:bodyPr/>
          <a:lstStyle/>
          <a:p>
            <a:r>
              <a:rPr lang="en-GB" dirty="0"/>
              <a:t>From EXCEL template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C3E6D9-D7DC-AA3F-C209-7555BF4DA2DA}"/>
              </a:ext>
            </a:extLst>
          </p:cNvPr>
          <p:cNvSpPr txBox="1"/>
          <p:nvPr/>
        </p:nvSpPr>
        <p:spPr>
          <a:xfrm>
            <a:off x="387548" y="4300393"/>
            <a:ext cx="11565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This is a separate python script to copy and paste CPT and Lab data into excel design line template.</a:t>
            </a:r>
          </a:p>
          <a:p>
            <a:endParaRPr lang="en-GB" sz="2000" b="1"/>
          </a:p>
          <a:p>
            <a:r>
              <a:rPr lang="en-GB" sz="2000" b="1"/>
              <a:t>Deign </a:t>
            </a:r>
            <a:r>
              <a:rPr lang="en-GB" sz="2000" b="1" dirty="0"/>
              <a:t>lines should be entered manually </a:t>
            </a:r>
            <a:r>
              <a:rPr lang="en-GB" sz="2000" dirty="0"/>
              <a:t>in excel sheets after CPT and Lab data are plotted by this python tool</a:t>
            </a:r>
          </a:p>
        </p:txBody>
      </p:sp>
    </p:spTree>
    <p:extLst>
      <p:ext uri="{BB962C8B-B14F-4D97-AF65-F5344CB8AC3E}">
        <p14:creationId xmlns:p14="http://schemas.microsoft.com/office/powerpoint/2010/main" val="193377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9FD3-4148-76AF-FE54-CD3DDBA83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 inputs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CE52A-24E2-75E0-BE6B-E66BF3BA8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DL_input_file.xlsx        -  Excel file containing input data</a:t>
            </a:r>
          </a:p>
          <a:p>
            <a:r>
              <a:rPr lang="en-GB" dirty="0"/>
              <a:t>Su_DL_template.xlsx – Excel template (change per parameter)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From GIR tool</a:t>
            </a:r>
          </a:p>
          <a:p>
            <a:r>
              <a:rPr lang="en-GB" dirty="0"/>
              <a:t>All_CPTs.xlsx – </a:t>
            </a:r>
            <a:r>
              <a:rPr lang="en-GB" dirty="0" err="1"/>
              <a:t>cpt</a:t>
            </a:r>
            <a:r>
              <a:rPr lang="en-GB" dirty="0"/>
              <a:t> correlation data for all the locations</a:t>
            </a:r>
          </a:p>
          <a:p>
            <a:r>
              <a:rPr lang="en-GB" dirty="0"/>
              <a:t>Lab_data_per_unit.xlsx – lab data per units (Inside </a:t>
            </a:r>
            <a:r>
              <a:rPr lang="en-GB" dirty="0" err="1"/>
              <a:t>lab_data_per_units</a:t>
            </a:r>
            <a:r>
              <a:rPr lang="en-GB"/>
              <a:t> folder)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306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69859-475C-CCCC-4D4E-A1E0C9009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07711"/>
          </a:xfrm>
        </p:spPr>
        <p:txBody>
          <a:bodyPr>
            <a:normAutofit fontScale="90000"/>
          </a:bodyPr>
          <a:lstStyle/>
          <a:p>
            <a:r>
              <a:rPr lang="en-GB" dirty="0"/>
              <a:t>Flow diagram of the GIR python tool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2950FC-9B5F-EDE5-61A8-C618AEF09F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7112" y="1150216"/>
            <a:ext cx="8176467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D29EF6-5759-46DD-7351-638C2177F3D7}"/>
              </a:ext>
            </a:extLst>
          </p:cNvPr>
          <p:cNvSpPr txBox="1"/>
          <p:nvPr/>
        </p:nvSpPr>
        <p:spPr>
          <a:xfrm>
            <a:off x="1095271" y="4772967"/>
            <a:ext cx="140676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Main Excel User Input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DA03B-F610-75AF-6D2D-A706D4F65911}"/>
              </a:ext>
            </a:extLst>
          </p:cNvPr>
          <p:cNvSpPr/>
          <p:nvPr/>
        </p:nvSpPr>
        <p:spPr>
          <a:xfrm>
            <a:off x="7315201" y="4350936"/>
            <a:ext cx="1956538" cy="1427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91D09-04E2-F918-CBB7-081870B698AA}"/>
              </a:ext>
            </a:extLst>
          </p:cNvPr>
          <p:cNvSpPr txBox="1"/>
          <p:nvPr/>
        </p:nvSpPr>
        <p:spPr>
          <a:xfrm>
            <a:off x="6983604" y="6089301"/>
            <a:ext cx="3195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 files needed as inputs of </a:t>
            </a:r>
            <a:r>
              <a:rPr lang="en-GB" dirty="0" err="1"/>
              <a:t>DL_template_copy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454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332C27-F3D2-1A09-B0D7-474F7036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262" y="2505075"/>
            <a:ext cx="2960977" cy="42309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C1940F-79ED-B497-B95F-606E8FBBB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Inputs from GIR tool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092A09-7D75-21AB-3FF5-FE54E0937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Master CPT output file containing all locations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FC15478-5B58-8FD1-F12E-1ABA4F373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81163"/>
            <a:ext cx="5287529" cy="823912"/>
          </a:xfrm>
        </p:spPr>
        <p:txBody>
          <a:bodyPr>
            <a:normAutofit/>
          </a:bodyPr>
          <a:lstStyle/>
          <a:p>
            <a:r>
              <a:rPr lang="en-GB" dirty="0"/>
              <a:t>Lab data per units (saved in a folder)</a:t>
            </a:r>
          </a:p>
          <a:p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472603A-087E-1F81-5EE6-0442E8FCF41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B52068-5885-F1DA-9781-CCC202318260}"/>
              </a:ext>
            </a:extLst>
          </p:cNvPr>
          <p:cNvSpPr/>
          <p:nvPr/>
        </p:nvSpPr>
        <p:spPr>
          <a:xfrm>
            <a:off x="1559368" y="3142817"/>
            <a:ext cx="2784764" cy="17664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478036-427B-1AD8-104B-7988FBFE0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188" y="2505075"/>
            <a:ext cx="440055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0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A6C1D-F417-939C-C433-767E750A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753" y="242214"/>
            <a:ext cx="10515600" cy="828243"/>
          </a:xfrm>
        </p:spPr>
        <p:txBody>
          <a:bodyPr/>
          <a:lstStyle/>
          <a:p>
            <a:r>
              <a:rPr lang="en-GB" dirty="0"/>
              <a:t>Main 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C9EDEA63-6C51-2922-B161-02691E8CF13A}"/>
              </a:ext>
            </a:extLst>
          </p:cNvPr>
          <p:cNvSpPr/>
          <p:nvPr/>
        </p:nvSpPr>
        <p:spPr>
          <a:xfrm>
            <a:off x="10640290" y="2723617"/>
            <a:ext cx="464127" cy="8001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A436F5-1FF9-CC4C-CD4B-C47D02158688}"/>
              </a:ext>
            </a:extLst>
          </p:cNvPr>
          <p:cNvSpPr txBox="1"/>
          <p:nvPr/>
        </p:nvSpPr>
        <p:spPr>
          <a:xfrm>
            <a:off x="11234057" y="2628900"/>
            <a:ext cx="7234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Outputs from GIR tool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699EACD-D508-9C32-5E88-3937AB821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52437"/>
            <a:ext cx="10515600" cy="924525"/>
          </a:xfrm>
        </p:spPr>
        <p:txBody>
          <a:bodyPr>
            <a:normAutofit/>
          </a:bodyPr>
          <a:lstStyle/>
          <a:p>
            <a:r>
              <a:rPr lang="en-GB" sz="1800" dirty="0"/>
              <a:t>Change </a:t>
            </a:r>
            <a:r>
              <a:rPr lang="en-GB" sz="1800" dirty="0" err="1"/>
              <a:t>DL_template</a:t>
            </a:r>
            <a:r>
              <a:rPr lang="en-GB" sz="1800" dirty="0"/>
              <a:t> based on parameter (with changed chart names, as modification to charts can not be done in python)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D6FAC04-8AAB-B637-4F58-DDA66D681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033587"/>
            <a:ext cx="12039600" cy="27908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3CD4F46-EFAC-B412-1B9A-F67C06FDEFD8}"/>
              </a:ext>
            </a:extLst>
          </p:cNvPr>
          <p:cNvSpPr/>
          <p:nvPr/>
        </p:nvSpPr>
        <p:spPr>
          <a:xfrm>
            <a:off x="152400" y="2466703"/>
            <a:ext cx="10110355" cy="51765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F4F39-45B2-CC49-2808-7E5BDEA530AE}"/>
              </a:ext>
            </a:extLst>
          </p:cNvPr>
          <p:cNvSpPr/>
          <p:nvPr/>
        </p:nvSpPr>
        <p:spPr>
          <a:xfrm>
            <a:off x="152400" y="3412386"/>
            <a:ext cx="10110355" cy="22266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6F398F-508D-B65F-CE69-E8C4BD6F7FA2}"/>
              </a:ext>
            </a:extLst>
          </p:cNvPr>
          <p:cNvCxnSpPr/>
          <p:nvPr/>
        </p:nvCxnSpPr>
        <p:spPr>
          <a:xfrm flipV="1">
            <a:off x="10271146" y="3131604"/>
            <a:ext cx="874206" cy="40005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2F1A9-AA15-5EA7-B2C6-C9F048FA6E15}"/>
              </a:ext>
            </a:extLst>
          </p:cNvPr>
          <p:cNvCxnSpPr>
            <a:cxnSpLocks/>
          </p:cNvCxnSpPr>
          <p:nvPr/>
        </p:nvCxnSpPr>
        <p:spPr>
          <a:xfrm>
            <a:off x="10262755" y="2628900"/>
            <a:ext cx="841662" cy="43212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0FD375E-F91C-8ABC-E181-2F3404BE6025}"/>
              </a:ext>
            </a:extLst>
          </p:cNvPr>
          <p:cNvSpPr txBox="1"/>
          <p:nvPr/>
        </p:nvSpPr>
        <p:spPr>
          <a:xfrm>
            <a:off x="11165394" y="2721233"/>
            <a:ext cx="874206" cy="646331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/>
              <a:t>Outputs from GIR tool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B86A3E-E3A6-A5D2-BBF8-1699A78DF173}"/>
              </a:ext>
            </a:extLst>
          </p:cNvPr>
          <p:cNvSpPr txBox="1"/>
          <p:nvPr/>
        </p:nvSpPr>
        <p:spPr>
          <a:xfrm>
            <a:off x="5378380" y="1973146"/>
            <a:ext cx="2459333" cy="276999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 err="1"/>
              <a:t>Per_Location</a:t>
            </a:r>
            <a:r>
              <a:rPr lang="en-GB" sz="1200" dirty="0"/>
              <a:t> or </a:t>
            </a:r>
            <a:r>
              <a:rPr lang="en-GB" sz="1200" dirty="0" err="1"/>
              <a:t>Per_Unit</a:t>
            </a:r>
            <a:endParaRPr lang="en-GB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D43F5-BF64-5F50-E738-ADC42BAFCDB7}"/>
              </a:ext>
            </a:extLst>
          </p:cNvPr>
          <p:cNvSpPr txBox="1"/>
          <p:nvPr/>
        </p:nvSpPr>
        <p:spPr>
          <a:xfrm>
            <a:off x="10004391" y="4553854"/>
            <a:ext cx="2035210" cy="276999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/>
              <a:t>Empty if none</a:t>
            </a:r>
          </a:p>
        </p:txBody>
      </p:sp>
    </p:spTree>
    <p:extLst>
      <p:ext uri="{BB962C8B-B14F-4D97-AF65-F5344CB8AC3E}">
        <p14:creationId xmlns:p14="http://schemas.microsoft.com/office/powerpoint/2010/main" val="54178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ABE075-5584-A700-93AC-08D0A77B8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753" y="122881"/>
            <a:ext cx="11182494" cy="366746"/>
          </a:xfrm>
        </p:spPr>
        <p:txBody>
          <a:bodyPr>
            <a:normAutofit fontScale="90000"/>
          </a:bodyPr>
          <a:lstStyle/>
          <a:p>
            <a:r>
              <a:rPr lang="en-GB" dirty="0"/>
              <a:t>Plotting options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495551-C13F-EB27-F950-1327652A5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2473" y="250283"/>
            <a:ext cx="5157787" cy="823912"/>
          </a:xfrm>
        </p:spPr>
        <p:txBody>
          <a:bodyPr/>
          <a:lstStyle/>
          <a:p>
            <a:r>
              <a:rPr lang="en-GB" dirty="0" err="1"/>
              <a:t>To_plot_CPT</a:t>
            </a:r>
            <a:endParaRPr lang="en-GB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5ADD729-96D8-DF1F-47CE-ED97C12801F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12473" y="1074195"/>
            <a:ext cx="5307528" cy="82391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1F1526D-2B29-B505-8971-AEF9A23FF2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31001"/>
            <a:ext cx="5183188" cy="823912"/>
          </a:xfrm>
        </p:spPr>
        <p:txBody>
          <a:bodyPr/>
          <a:lstStyle/>
          <a:p>
            <a:r>
              <a:rPr lang="en-GB" dirty="0" err="1"/>
              <a:t>To_plot_Lab</a:t>
            </a:r>
            <a:endParaRPr lang="en-GB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AA6BF2B-89CD-7612-F4DE-40657B304EC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t="2941"/>
          <a:stretch>
            <a:fillRect/>
          </a:stretch>
        </p:blipFill>
        <p:spPr>
          <a:xfrm>
            <a:off x="6170739" y="1074195"/>
            <a:ext cx="6021261" cy="1714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F54BBE3-A3AC-D6DD-1E11-89BA10BDCC41}"/>
              </a:ext>
            </a:extLst>
          </p:cNvPr>
          <p:cNvSpPr txBox="1"/>
          <p:nvPr/>
        </p:nvSpPr>
        <p:spPr>
          <a:xfrm>
            <a:off x="0" y="3644569"/>
            <a:ext cx="49136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Depending on the required parameter, change </a:t>
            </a:r>
            <a:r>
              <a:rPr lang="en-GB" dirty="0" err="1"/>
              <a:t>To_plot_CPT</a:t>
            </a:r>
            <a:r>
              <a:rPr lang="en-GB" dirty="0"/>
              <a:t> and </a:t>
            </a:r>
            <a:r>
              <a:rPr lang="en-GB" dirty="0" err="1"/>
              <a:t>To_plot_Lab</a:t>
            </a:r>
            <a:r>
              <a:rPr lang="en-GB" dirty="0"/>
              <a:t> sheets</a:t>
            </a:r>
          </a:p>
          <a:p>
            <a:endParaRPr lang="en-GB" dirty="0"/>
          </a:p>
          <a:p>
            <a:r>
              <a:rPr lang="en-GB" dirty="0"/>
              <a:t>Tab </a:t>
            </a:r>
            <a:r>
              <a:rPr lang="en-GB" b="1" dirty="0">
                <a:solidFill>
                  <a:srgbClr val="FF0000"/>
                </a:solidFill>
              </a:rPr>
              <a:t>Copy</a:t>
            </a:r>
            <a:r>
              <a:rPr lang="en-GB" dirty="0"/>
              <a:t> in input excel contains all labels, x-header, y-header options for all parameters.</a:t>
            </a:r>
          </a:p>
          <a:p>
            <a:r>
              <a:rPr lang="en-GB" dirty="0"/>
              <a:t>Don’t change cell names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0DA95B-5FCF-BBF6-A9C4-6E878F2D4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611" y="3456262"/>
            <a:ext cx="7080168" cy="3406672"/>
          </a:xfrm>
          <a:prstGeom prst="rect">
            <a:avLst/>
          </a:prstGeom>
        </p:spPr>
      </p:pic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ED602D8-B357-217F-41D4-4C51BE55BF8E}"/>
              </a:ext>
            </a:extLst>
          </p:cNvPr>
          <p:cNvSpPr txBox="1">
            <a:spLocks/>
          </p:cNvSpPr>
          <p:nvPr/>
        </p:nvSpPr>
        <p:spPr>
          <a:xfrm>
            <a:off x="5434483" y="2661569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Copy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E94B0B-BCA2-975C-5FD7-F2281AE20703}"/>
              </a:ext>
            </a:extLst>
          </p:cNvPr>
          <p:cNvCxnSpPr>
            <a:cxnSpLocks/>
          </p:cNvCxnSpPr>
          <p:nvPr/>
        </p:nvCxnSpPr>
        <p:spPr>
          <a:xfrm flipH="1" flipV="1">
            <a:off x="3155182" y="1657978"/>
            <a:ext cx="1959429" cy="182750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AFF066-3A9D-A6EE-740B-31A07568E4C9}"/>
              </a:ext>
            </a:extLst>
          </p:cNvPr>
          <p:cNvCxnSpPr/>
          <p:nvPr/>
        </p:nvCxnSpPr>
        <p:spPr>
          <a:xfrm flipV="1">
            <a:off x="10617671" y="2788695"/>
            <a:ext cx="324984" cy="66756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759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670B685-8B05-AB6A-FA69-34FB89D3F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1367AE-6E1E-4086-625C-FB0CD3319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separate excel sheets are prepared for each location/unit (Can not combine)</a:t>
            </a:r>
          </a:p>
          <a:p>
            <a:r>
              <a:rPr lang="en-GB" dirty="0"/>
              <a:t>Should be manually combined</a:t>
            </a:r>
          </a:p>
        </p:txBody>
      </p:sp>
    </p:spTree>
    <p:extLst>
      <p:ext uri="{BB962C8B-B14F-4D97-AF65-F5344CB8AC3E}">
        <p14:creationId xmlns:p14="http://schemas.microsoft.com/office/powerpoint/2010/main" val="1538239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8253</TotalTime>
  <Words>278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Design Line Template Copy</vt:lpstr>
      <vt:lpstr>Main inputs</vt:lpstr>
      <vt:lpstr>Flow diagram of the GIR python tool</vt:lpstr>
      <vt:lpstr>Inputs from GIR tool</vt:lpstr>
      <vt:lpstr>Main </vt:lpstr>
      <vt:lpstr>Plotting options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Hansini Mallikarachchi</dc:creator>
  <cp:lastModifiedBy>Hansini Mallikarachchi</cp:lastModifiedBy>
  <cp:revision>2</cp:revision>
  <dcterms:created xsi:type="dcterms:W3CDTF">2025-09-13T10:02:32Z</dcterms:created>
  <dcterms:modified xsi:type="dcterms:W3CDTF">2025-11-22T09:11:47Z</dcterms:modified>
</cp:coreProperties>
</file>